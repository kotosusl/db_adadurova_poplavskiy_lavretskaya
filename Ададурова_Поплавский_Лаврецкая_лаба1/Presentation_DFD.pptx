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theme/theme2.xml" ContentType="application/vnd.openxmlformats-officedocument.theme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comments/modernComment_102_0.xml" ContentType="application/vnd.ms-powerpoint.comments+xml"/>
  <Override PartName="/ppt/comments/modernComment_101_0.xml" ContentType="application/vnd.ms-powerpoint.comments+xml"/>
  <Override PartName="/ppt/authors.xml" ContentType="application/vnd.ms-powerpoint.author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704" r:id="rId1"/>
    <p:sldMasterId id="2147483705" r:id="rId2"/>
    <p:sldMasterId id="2147483706" r:id="rId3"/>
  </p:sldMasterIdLst>
  <p:notesMasterIdLst>
    <p:notesMasterId r:id="rId15"/>
  </p:notesMasterIdLst>
  <p:sldIdLst>
    <p:sldId id="256" r:id="rId4"/>
    <p:sldId id="258" r:id="rId5"/>
    <p:sldId id="272" r:id="rId6"/>
    <p:sldId id="273" r:id="rId7"/>
    <p:sldId id="257" r:id="rId8"/>
    <p:sldId id="274" r:id="rId9"/>
    <p:sldId id="275" r:id="rId10"/>
    <p:sldId id="276" r:id="rId11"/>
    <p:sldId id="277" r:id="rId12"/>
    <p:sldId id="265" r:id="rId13"/>
    <p:sldId id="267" r:id="rId14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16"/>
      <p:bold r:id="rId17"/>
      <p:italic r:id="rId18"/>
      <p:boldItalic r:id="rId19"/>
    </p:embeddedFont>
    <p:embeddedFont>
      <p:font typeface="Golos Text" panose="020B0604020202020204" charset="0"/>
      <p:regular r:id="rId20"/>
      <p:bold r:id="rId21"/>
    </p:embeddedFont>
    <p:embeddedFont>
      <p:font typeface="Golos Text Medium" panose="020B0604020202020204" charset="0"/>
      <p:regular r:id="rId22"/>
      <p:bold r:id="rId23"/>
    </p:embeddedFont>
    <p:embeddedFont>
      <p:font typeface="Golos Text SemiBold" panose="020B0604020202020204" charset="0"/>
      <p:regular r:id="rId24"/>
      <p:bold r:id="rId2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3FB5C6D-2809-2948-E76A-67211AF6F4B4}" name="Andrew Novoseltsev" initials="AN" userId="c1f5e06c459220b7" providerId="Windows Live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Учетная запись Майкрософт" initials="УзМ" lastIdx="2" clrIdx="0">
    <p:extLst>
      <p:ext uri="{19B8F6BF-5375-455C-9EA6-DF929625EA0E}">
        <p15:presenceInfo xmlns:p15="http://schemas.microsoft.com/office/powerpoint/2012/main" userId="e5aff0ae3b1b16ea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731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24" d="100"/>
          <a:sy n="124" d="100"/>
        </p:scale>
        <p:origin x="715" y="11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5.xml"/><Relationship Id="rId13" Type="http://schemas.openxmlformats.org/officeDocument/2006/relationships/slide" Target="slides/slide10.xml"/><Relationship Id="rId18" Type="http://schemas.openxmlformats.org/officeDocument/2006/relationships/font" Target="fonts/font3.fntdata"/><Relationship Id="rId26" Type="http://schemas.openxmlformats.org/officeDocument/2006/relationships/commentAuthors" Target="commentAuthors.xml"/><Relationship Id="rId3" Type="http://schemas.openxmlformats.org/officeDocument/2006/relationships/slideMaster" Target="slideMasters/slideMaster3.xml"/><Relationship Id="rId21" Type="http://schemas.openxmlformats.org/officeDocument/2006/relationships/font" Target="fonts/font6.fntdata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font" Target="fonts/font2.fntdata"/><Relationship Id="rId25" Type="http://schemas.openxmlformats.org/officeDocument/2006/relationships/font" Target="fonts/font10.fntdata"/><Relationship Id="rId2" Type="http://schemas.openxmlformats.org/officeDocument/2006/relationships/slideMaster" Target="slideMasters/slideMaster2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font" Target="fonts/font9.fntdata"/><Relationship Id="rId5" Type="http://schemas.openxmlformats.org/officeDocument/2006/relationships/slide" Target="slides/slide2.xml"/><Relationship Id="rId15" Type="http://schemas.openxmlformats.org/officeDocument/2006/relationships/notesMaster" Target="notesMasters/notesMaster1.xml"/><Relationship Id="rId23" Type="http://schemas.openxmlformats.org/officeDocument/2006/relationships/font" Target="fonts/font8.fntdata"/><Relationship Id="rId28" Type="http://schemas.openxmlformats.org/officeDocument/2006/relationships/viewProps" Target="viewProps.xml"/><Relationship Id="rId10" Type="http://schemas.openxmlformats.org/officeDocument/2006/relationships/slide" Target="slides/slide7.xml"/><Relationship Id="rId19" Type="http://schemas.openxmlformats.org/officeDocument/2006/relationships/font" Target="fonts/font4.fntdata"/><Relationship Id="rId31" Type="http://schemas.microsoft.com/office/2018/10/relationships/authors" Target="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font" Target="fonts/font7.fntdata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comments/modernComment_101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340A82C6-2FBD-41CD-B8B8-51516BF2D7CC}" authorId="{C3FB5C6D-2809-2948-E76A-67211AF6F4B4}" created="2026-01-21T08:57:05.723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17" creationId="{00000000-0000-0000-0000-000000000000}"/>
      <ac:txMk cp="0" len="358">
        <ac:context len="359" hash="2642402814"/>
      </ac:txMk>
    </ac:txMkLst>
    <p188:pos x="4543425" y="212963"/>
    <p188:txBody>
      <a:bodyPr/>
      <a:lstStyle/>
      <a:p>
        <a:r>
          <a:rPr lang="ru-RU"/>
          <a:t>Если кажется, что много текста, можно сократить до «Сложности в оценке качества генерации LLM” + «Отсутствие эталона и методов для оценки образовательных траекторий». Последний пункт хороший!
</a:t>
        </a:r>
      </a:p>
    </p188:txBody>
  </p188:cm>
  <p188:cm id="{A49C038C-63CF-4DA0-A27A-E0CCCE30692B}" authorId="{C3FB5C6D-2809-2948-E76A-67211AF6F4B4}" created="2026-01-21T08:57:46.420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7"/>
      <ac:spMk id="316" creationId="{00000000-0000-0000-0000-000000000000}"/>
      <ac:txMk cp="0" len="24">
        <ac:context len="25" hash="3590685285"/>
      </ac:txMk>
    </ac:txMkLst>
    <p188:pos x="1464129" y="217714"/>
    <p188:txBody>
      <a:bodyPr/>
      <a:lstStyle/>
      <a:p>
        <a:r>
          <a:rPr lang="ru-RU"/>
          <a:t>Разные шрифты на одном слайде</a:t>
        </a:r>
      </a:p>
    </p188:txBody>
  </p188:cm>
</p188:cmLst>
</file>

<file path=ppt/comments/modernComment_102_0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0D7CEA8E-B41B-4655-A66B-0B9A73EF4BD1}" authorId="{C3FB5C6D-2809-2948-E76A-67211AF6F4B4}" created="2026-01-21T08:59:28.636">
    <ac:txMkLst xmlns:ac="http://schemas.microsoft.com/office/drawing/2013/main/command">
      <pc:docMk xmlns:pc="http://schemas.microsoft.com/office/powerpoint/2013/main/command"/>
      <pc:sldMk xmlns:pc="http://schemas.microsoft.com/office/powerpoint/2013/main/command" cId="0" sldId="258"/>
      <ac:spMk id="324" creationId="{00000000-0000-0000-0000-000000000000}"/>
      <ac:txMk cp="13" len="153">
        <ac:context len="311" hash="982939651"/>
      </ac:txMk>
    </ac:txMkLst>
    <p188:pos x="7593806" y="216807"/>
    <p188:txBody>
      <a:bodyPr/>
      <a:lstStyle/>
      <a:p>
        <a:r>
          <a:rPr lang="ru-RU"/>
          <a:t>Цель лучше поставить действием «выявить и систематизировать…». Также мы пока вроде бы ничего не разрабатываем - только обзор и вывод делаем ☺️</a:t>
        </a:r>
      </a:p>
    </p188:txBody>
  </p188:cm>
</p188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45664911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2a1bef6109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5" name="Google Shape;305;g32a1bef6109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06" name="Google Shape;306;g32a1bef6109_0_0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765255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g32a1bef6109_0_26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21" name="Google Shape;321;g32a1bef6109_0_26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3952843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6196490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g32a1bef6109_0_39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12" name="Google Shape;312;g32a1bef6109_0_39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13" name="Google Shape;313;g32a1bef6109_0_39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5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88432752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052234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2a1bef6109_0_12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27" name="Google Shape;427;g32a1bef6109_0_12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28" name="Google Shape;428;g32a1bef6109_0_1209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40757381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3" name="Google Shape;443;g32a1bef6109_0_15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44" name="Google Shape;444;g32a1bef6109_0_15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061268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3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_rels/slideLayout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Master" Target="../slideMasters/slideMaster3.xml"/></Relationships>
</file>

<file path=ppt/slideLayouts/_rels/slideLayout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2" name="Google Shape;52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3" name="Google Shape;53;p13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13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13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 sz="1800"/>
            </a:lvl6pPr>
            <a:lvl7pPr marL="3200400" lvl="6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 sz="1800"/>
            </a:lvl7pPr>
            <a:lvl8pPr marL="3657600" lvl="7" indent="-34290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 sz="1800"/>
            </a:lvl8pPr>
            <a:lvl9pPr marL="4114800" lvl="8" indent="-342900" algn="l"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1800"/>
              <a:buChar char="■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5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4" name="Google Shape;64;p15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15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15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6"/>
          <p:cNvSpPr txBox="1">
            <a:spLocks noGrp="1"/>
          </p:cNvSpPr>
          <p:nvPr>
            <p:ph type="body" idx="1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7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4" name="Google Shape;74;p1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8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8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8" name="Google Shape;78;p1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8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0" name="Google Shape;80;p18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9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3" name="Google Shape;83;p19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4" name="Google Shape;84;p19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5" name="Google Shape;85;p1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0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88" name="Google Shape;88;p2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9" name="Google Shape;89;p20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1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92" name="Google Shape;92;p2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3" name="Google Shape;93;p21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96" name="Google Shape;96;p22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97" name="Google Shape;97;p22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98" name="Google Shape;98;p22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3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1" name="Google Shape;101;p23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2" name="Google Shape;102;p23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03" name="Google Shape;103;p23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90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4" name="Google Shape;104;p23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5" name="Google Shape;105;p2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06" name="Google Shape;106;p23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107" name="Google Shape;107;p23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08" name="Google Shape;108;p23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0" cy="1883100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109" name="Google Shape;109;p23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0" cy="1883100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12" name="Google Shape;112;p24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600" cy="18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13" name="Google Shape;113;p24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14" name="Google Shape;114;p24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600" cy="1883100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115" name="Google Shape;115;p24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600" cy="1883100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116" name="Google Shape;116;p24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600" cy="1883100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117" name="Google Shape;117;p24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600" cy="1883100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25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0" name="Google Shape;120;p25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1" name="Google Shape;121;p25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2" name="Google Shape;122;p2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23" name="Google Shape;123;p25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300" cy="1304400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124" name="Google Shape;124;p25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300" cy="1304400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125" name="Google Shape;125;p25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300" cy="1304400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126" name="Google Shape;126;p25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7" name="Google Shape;127;p25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8" name="Google Shape;128;p25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29" name="Google Shape;129;p25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300" cy="1304400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130" name="Google Shape;130;p25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300" cy="1304400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131" name="Google Shape;131;p25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300" cy="1304400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6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4" name="Google Shape;134;p2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7" name="Google Shape;137;p27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8" name="Google Shape;138;p27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39" name="Google Shape;139;p27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0" name="Google Shape;140;p2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2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3" name="Google Shape;143;p28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9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46" name="Google Shape;146;p2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3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9" name="Google Shape;149;p30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150" name="Google Shape;150;p30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3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53" name="Google Shape;153;p31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2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6" name="Google Shape;156;p32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7" name="Google Shape;157;p32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8" name="Google Shape;158;p32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59" name="Google Shape;159;p3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2" name="Google Shape;162;p33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163" name="Google Shape;163;p33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6" name="Google Shape;166;p34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3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69" name="Google Shape;169;p35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0" name="Google Shape;170;p35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1" name="Google Shape;171;p35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2" name="Google Shape;172;p35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p3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5" name="Google Shape;175;p36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76" name="Google Shape;176;p36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7" name="Google Shape;177;p36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600" cy="1883100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178" name="Google Shape;178;p36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179" name="Google Shape;179;p36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Slide">
  <p:cSld name="1_Title Slide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8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38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38"/>
          <p:cNvSpPr txBox="1"/>
          <p:nvPr/>
        </p:nvSpPr>
        <p:spPr>
          <a:xfrm>
            <a:off x="5098416" y="490274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38"/>
          <p:cNvSpPr txBox="1"/>
          <p:nvPr/>
        </p:nvSpPr>
        <p:spPr>
          <a:xfrm>
            <a:off x="5910801" y="427239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3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38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kfql">
  <p:cSld name="Ckfql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3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4" name="Google Shape;194;p39"/>
          <p:cNvSpPr txBox="1">
            <a:spLocks noGrp="1"/>
          </p:cNvSpPr>
          <p:nvPr>
            <p:ph type="body" idx="1"/>
          </p:nvPr>
        </p:nvSpPr>
        <p:spPr>
          <a:xfrm>
            <a:off x="457200" y="1211943"/>
            <a:ext cx="7467600" cy="344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Custom Layout">
  <p:cSld name="5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40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784"/>
            </a:avLst>
          </a:prstGeom>
          <a:noFill/>
          <a:ln>
            <a:noFill/>
          </a:ln>
        </p:spPr>
      </p:sp>
      <p:sp>
        <p:nvSpPr>
          <p:cNvPr id="197" name="Google Shape;197;p4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8" name="Google Shape;198;p40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Финал">
  <p:cSld name="Финал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41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1" name="Google Shape;201;p4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Пользовательский макет">
  <p:cSld name="Пользовательский макет">
    <p:bg>
      <p:bgPr>
        <a:solidFill>
          <a:srgbClr val="FFFFFF"/>
        </a:solidFill>
        <a:effectLst/>
      </p:bgPr>
    </p:bg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42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4" name="Google Shape;204;p42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5" name="Google Shape;205;p42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6" name="Google Shape;206;p42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07" name="Google Shape;207;p4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Пользовательский макет">
  <p:cSld name="6_Пользовательский макет">
    <p:bg>
      <p:bgPr>
        <a:solidFill>
          <a:srgbClr val="FFFFFF"/>
        </a:solidFill>
        <a:effectLst/>
      </p:bgPr>
    </p:bg>
    <p:spTree>
      <p:nvGrpSpPr>
        <p:cNvPr id="1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4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0" name="Google Shape;210;p43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Custom Layout">
  <p:cSld name="9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44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3" name="Google Shape;213;p4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Custom Layout">
  <p:cSld name="1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5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6" name="Google Shape;216;p45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7" name="Google Shape;217;p4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18" name="Google Shape;218;p45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19" name="Google Shape;219;p45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Пользовательский макет">
  <p:cSld name="3_Пользовательский макет">
    <p:bg>
      <p:bgPr>
        <a:solidFill>
          <a:srgbClr val="FFFFFF"/>
        </a:solidFill>
        <a:effectLst/>
      </p:bgPr>
    </p:bg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4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46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952"/>
            </a:avLst>
          </a:prstGeom>
          <a:noFill/>
          <a:ln>
            <a:noFill/>
          </a:ln>
        </p:spPr>
      </p:sp>
      <p:sp>
        <p:nvSpPr>
          <p:cNvPr id="223" name="Google Shape;223;p46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Пользовательский макет">
  <p:cSld name="7_Пользовательский макет">
    <p:bg>
      <p:bgPr>
        <a:solidFill>
          <a:srgbClr val="FFFFFF"/>
        </a:solidFill>
        <a:effectLst/>
      </p:bgPr>
    </p:bg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4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6" name="Google Shape;226;p47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3_Custom Layout">
  <p:cSld name="3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8"/>
          <p:cNvSpPr txBox="1">
            <a:spLocks noGrp="1"/>
          </p:cNvSpPr>
          <p:nvPr>
            <p:ph type="body" idx="1"/>
          </p:nvPr>
        </p:nvSpPr>
        <p:spPr>
          <a:xfrm>
            <a:off x="624113" y="1233715"/>
            <a:ext cx="7170000" cy="341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1pPr>
            <a:lvl2pPr marL="914400" lvl="1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Golos Text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29" name="Google Shape;229;p4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Пользовательский макет">
  <p:cSld name="1_Пользовательский макет">
    <p:bg>
      <p:bgPr>
        <a:solidFill>
          <a:srgbClr val="FFFFFF"/>
        </a:solidFill>
        <a:effectLst/>
      </p:bgPr>
    </p:bg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49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2" name="Google Shape;232;p49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3" name="Google Shape;233;p49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4" name="Google Shape;234;p49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35" name="Google Shape;235;p4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Пользовательский макет">
  <p:cSld name="4_Пользовательский макет">
    <p:bg>
      <p:bgPr>
        <a:solidFill>
          <a:srgbClr val="FFFFFF"/>
        </a:solidFill>
        <a:effectLst/>
      </p:bgPr>
    </p:bg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50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8" name="Google Shape;238;p50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8957"/>
            </a:avLst>
          </a:prstGeom>
          <a:noFill/>
          <a:ln>
            <a:noFill/>
          </a:ln>
        </p:spPr>
      </p:sp>
      <p:sp>
        <p:nvSpPr>
          <p:cNvPr id="239" name="Google Shape;239;p50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Пользовательский макет">
  <p:cSld name="8_Пользовательский макет">
    <p:bg>
      <p:bgPr>
        <a:solidFill>
          <a:srgbClr val="FFFFFF"/>
        </a:solidFill>
        <a:effectLst/>
      </p:bgPr>
    </p:bg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1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2" name="Google Shape;242;p51"/>
          <p:cNvSpPr txBox="1">
            <a:spLocks noGrp="1"/>
          </p:cNvSpPr>
          <p:nvPr>
            <p:ph type="body" idx="1"/>
          </p:nvPr>
        </p:nvSpPr>
        <p:spPr>
          <a:xfrm>
            <a:off x="457199" y="1040162"/>
            <a:ext cx="8389200" cy="373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Arial"/>
              <a:buNone/>
              <a:defRPr sz="1800" b="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sz="2400"/>
            </a:lvl2pPr>
            <a:lvl3pPr marL="1371600" lvl="2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/>
            </a:lvl3pPr>
            <a:lvl4pPr marL="1828800" lvl="3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None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2_Пользовательский макет">
  <p:cSld name="2_Пользовательский макет">
    <p:bg>
      <p:bgPr>
        <a:solidFill>
          <a:srgbClr val="FFFFFF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5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5" name="Google Shape;245;p52"/>
          <p:cNvSpPr txBox="1">
            <a:spLocks noGrp="1"/>
          </p:cNvSpPr>
          <p:nvPr>
            <p:ph type="body" idx="1"/>
          </p:nvPr>
        </p:nvSpPr>
        <p:spPr>
          <a:xfrm>
            <a:off x="507999" y="17922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6" name="Google Shape;246;p52"/>
          <p:cNvSpPr txBox="1">
            <a:spLocks noGrp="1"/>
          </p:cNvSpPr>
          <p:nvPr>
            <p:ph type="body" idx="2"/>
          </p:nvPr>
        </p:nvSpPr>
        <p:spPr>
          <a:xfrm>
            <a:off x="507999" y="11824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7" name="Google Shape;247;p52"/>
          <p:cNvSpPr txBox="1">
            <a:spLocks noGrp="1"/>
          </p:cNvSpPr>
          <p:nvPr>
            <p:ph type="body" idx="3"/>
          </p:nvPr>
        </p:nvSpPr>
        <p:spPr>
          <a:xfrm>
            <a:off x="5000171" y="3011486"/>
            <a:ext cx="3635700" cy="157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/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8" name="Google Shape;248;p52"/>
          <p:cNvSpPr txBox="1">
            <a:spLocks noGrp="1"/>
          </p:cNvSpPr>
          <p:nvPr>
            <p:ph type="body" idx="4"/>
          </p:nvPr>
        </p:nvSpPr>
        <p:spPr>
          <a:xfrm>
            <a:off x="5000171" y="2401659"/>
            <a:ext cx="2961000" cy="59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u="sng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5_Пользовательский макет">
  <p:cSld name="5_Пользовательский макет">
    <p:bg>
      <p:bgPr>
        <a:solidFill>
          <a:srgbClr val="FFFFFF"/>
        </a:solidFill>
        <a:effectLst/>
      </p:bgPr>
    </p:bg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p53"/>
          <p:cNvSpPr>
            <a:spLocks noGrp="1"/>
          </p:cNvSpPr>
          <p:nvPr>
            <p:ph type="pic" idx="2"/>
          </p:nvPr>
        </p:nvSpPr>
        <p:spPr>
          <a:xfrm>
            <a:off x="457200" y="936852"/>
            <a:ext cx="4608600" cy="3842100"/>
          </a:xfrm>
          <a:prstGeom prst="roundRect">
            <a:avLst>
              <a:gd name="adj" fmla="val 7617"/>
            </a:avLst>
          </a:prstGeom>
          <a:noFill/>
          <a:ln>
            <a:noFill/>
          </a:ln>
        </p:spPr>
      </p:sp>
      <p:sp>
        <p:nvSpPr>
          <p:cNvPr id="251" name="Google Shape;251;p53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Golos Text SemiBold"/>
              <a:buNone/>
              <a:defRPr sz="3200">
                <a:solidFill>
                  <a:schemeClr val="lt1"/>
                </a:solidFill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2" name="Google Shape;252;p53"/>
          <p:cNvSpPr txBox="1">
            <a:spLocks noGrp="1"/>
          </p:cNvSpPr>
          <p:nvPr>
            <p:ph type="body" idx="1"/>
          </p:nvPr>
        </p:nvSpPr>
        <p:spPr>
          <a:xfrm>
            <a:off x="5508171" y="1153886"/>
            <a:ext cx="2532600" cy="342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6_Custom Layout">
  <p:cSld name="6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54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5" name="Google Shape;255;p54"/>
          <p:cNvSpPr txBox="1">
            <a:spLocks noGrp="1"/>
          </p:cNvSpPr>
          <p:nvPr>
            <p:ph type="body" idx="1"/>
          </p:nvPr>
        </p:nvSpPr>
        <p:spPr>
          <a:xfrm>
            <a:off x="3102428" y="943208"/>
            <a:ext cx="5526300" cy="387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56" name="Google Shape;256;p54"/>
          <p:cNvSpPr>
            <a:spLocks noGrp="1"/>
          </p:cNvSpPr>
          <p:nvPr>
            <p:ph type="pic" idx="2"/>
          </p:nvPr>
        </p:nvSpPr>
        <p:spPr>
          <a:xfrm>
            <a:off x="457200" y="943208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257" name="Google Shape;257;p54"/>
          <p:cNvSpPr>
            <a:spLocks noGrp="1"/>
          </p:cNvSpPr>
          <p:nvPr>
            <p:ph type="pic" idx="3"/>
          </p:nvPr>
        </p:nvSpPr>
        <p:spPr>
          <a:xfrm>
            <a:off x="457200" y="2935720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9_Пользовательский макет">
  <p:cSld name="9_Пользовательский макет">
    <p:bg>
      <p:bgPr>
        <a:solidFill>
          <a:srgbClr val="FFFFFF"/>
        </a:solidFill>
        <a:effectLst/>
      </p:bgPr>
    </p:bg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55"/>
          <p:cNvSpPr txBox="1">
            <a:spLocks noGrp="1"/>
          </p:cNvSpPr>
          <p:nvPr>
            <p:ph type="body" idx="1"/>
          </p:nvPr>
        </p:nvSpPr>
        <p:spPr>
          <a:xfrm>
            <a:off x="457201" y="1059322"/>
            <a:ext cx="3897000" cy="173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0" name="Google Shape;260;p55"/>
          <p:cNvSpPr txBox="1">
            <a:spLocks noGrp="1"/>
          </p:cNvSpPr>
          <p:nvPr>
            <p:ph type="body" idx="2"/>
          </p:nvPr>
        </p:nvSpPr>
        <p:spPr>
          <a:xfrm>
            <a:off x="457202" y="3105836"/>
            <a:ext cx="3897000" cy="164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1" name="Google Shape;261;p55"/>
          <p:cNvSpPr txBox="1">
            <a:spLocks noGrp="1"/>
          </p:cNvSpPr>
          <p:nvPr>
            <p:ph type="body" idx="3"/>
          </p:nvPr>
        </p:nvSpPr>
        <p:spPr>
          <a:xfrm>
            <a:off x="4789714" y="1059322"/>
            <a:ext cx="3632100" cy="36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 sz="1400">
                <a:solidFill>
                  <a:schemeClr val="lt1"/>
                </a:solidFill>
              </a:defRPr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2" name="Google Shape;262;p55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4_Custom Layout">
  <p:cSld name="4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56"/>
          <p:cNvSpPr txBox="1">
            <a:spLocks noGrp="1"/>
          </p:cNvSpPr>
          <p:nvPr>
            <p:ph type="body" idx="1"/>
          </p:nvPr>
        </p:nvSpPr>
        <p:spPr>
          <a:xfrm>
            <a:off x="457201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5" name="Google Shape;265;p56"/>
          <p:cNvSpPr txBox="1">
            <a:spLocks noGrp="1"/>
          </p:cNvSpPr>
          <p:nvPr>
            <p:ph type="body" idx="2"/>
          </p:nvPr>
        </p:nvSpPr>
        <p:spPr>
          <a:xfrm>
            <a:off x="320945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6" name="Google Shape;266;p56"/>
          <p:cNvSpPr txBox="1">
            <a:spLocks noGrp="1"/>
          </p:cNvSpPr>
          <p:nvPr>
            <p:ph type="body" idx="3"/>
          </p:nvPr>
        </p:nvSpPr>
        <p:spPr>
          <a:xfrm>
            <a:off x="5969804" y="2933902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67" name="Google Shape;267;p56"/>
          <p:cNvSpPr txBox="1">
            <a:spLocks noGrp="1"/>
          </p:cNvSpPr>
          <p:nvPr>
            <p:ph type="body" idx="4"/>
          </p:nvPr>
        </p:nvSpPr>
        <p:spPr>
          <a:xfrm>
            <a:off x="457200" y="3287828"/>
            <a:ext cx="25890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2pPr>
            <a:lvl3pPr marL="137160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8" name="Google Shape;268;p56"/>
          <p:cNvSpPr txBox="1">
            <a:spLocks noGrp="1"/>
          </p:cNvSpPr>
          <p:nvPr>
            <p:ph type="body" idx="5"/>
          </p:nvPr>
        </p:nvSpPr>
        <p:spPr>
          <a:xfrm>
            <a:off x="3207251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69" name="Google Shape;269;p56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56"/>
          <p:cNvSpPr txBox="1">
            <a:spLocks noGrp="1"/>
          </p:cNvSpPr>
          <p:nvPr>
            <p:ph type="body" idx="6"/>
          </p:nvPr>
        </p:nvSpPr>
        <p:spPr>
          <a:xfrm>
            <a:off x="5967600" y="3299578"/>
            <a:ext cx="2591400" cy="139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2pPr>
            <a:lvl3pPr marL="1371600" lvl="2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3pPr>
            <a:lvl4pPr marL="1828800" lvl="3" indent="-30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Char char="•"/>
              <a:defRPr sz="1200"/>
            </a:lvl4pPr>
            <a:lvl5pPr marL="2286000" lvl="4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271" name="Google Shape;271;p56"/>
          <p:cNvSpPr>
            <a:spLocks noGrp="1"/>
          </p:cNvSpPr>
          <p:nvPr>
            <p:ph type="pic" idx="7"/>
          </p:nvPr>
        </p:nvSpPr>
        <p:spPr>
          <a:xfrm>
            <a:off x="469081" y="944463"/>
            <a:ext cx="25770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272" name="Google Shape;272;p56"/>
          <p:cNvSpPr>
            <a:spLocks noGrp="1"/>
          </p:cNvSpPr>
          <p:nvPr>
            <p:ph type="pic" idx="8"/>
          </p:nvPr>
        </p:nvSpPr>
        <p:spPr>
          <a:xfrm>
            <a:off x="3221666" y="944462"/>
            <a:ext cx="2577000" cy="1883100"/>
          </a:xfrm>
          <a:prstGeom prst="roundRect">
            <a:avLst>
              <a:gd name="adj" fmla="val 12905"/>
            </a:avLst>
          </a:prstGeom>
          <a:noFill/>
          <a:ln>
            <a:noFill/>
          </a:ln>
        </p:spPr>
      </p:sp>
      <p:sp>
        <p:nvSpPr>
          <p:cNvPr id="273" name="Google Shape;273;p56"/>
          <p:cNvSpPr>
            <a:spLocks noGrp="1"/>
          </p:cNvSpPr>
          <p:nvPr>
            <p:ph type="pic" idx="9"/>
          </p:nvPr>
        </p:nvSpPr>
        <p:spPr>
          <a:xfrm>
            <a:off x="5980690" y="944463"/>
            <a:ext cx="2577000" cy="1883100"/>
          </a:xfrm>
          <a:prstGeom prst="roundRect">
            <a:avLst>
              <a:gd name="adj" fmla="val 1051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7_Custom Layout">
  <p:cSld name="7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" name="Google Shape;275;p57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6" name="Google Shape;276;p57"/>
          <p:cNvSpPr txBox="1">
            <a:spLocks noGrp="1"/>
          </p:cNvSpPr>
          <p:nvPr>
            <p:ph type="body" idx="1"/>
          </p:nvPr>
        </p:nvSpPr>
        <p:spPr>
          <a:xfrm>
            <a:off x="5733143" y="949330"/>
            <a:ext cx="2895600" cy="3895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0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77" name="Google Shape;277;p57"/>
          <p:cNvSpPr>
            <a:spLocks noGrp="1"/>
          </p:cNvSpPr>
          <p:nvPr>
            <p:ph type="pic" idx="2"/>
          </p:nvPr>
        </p:nvSpPr>
        <p:spPr>
          <a:xfrm>
            <a:off x="457200" y="949329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278" name="Google Shape;278;p57"/>
          <p:cNvSpPr>
            <a:spLocks noGrp="1"/>
          </p:cNvSpPr>
          <p:nvPr>
            <p:ph type="pic" idx="3"/>
          </p:nvPr>
        </p:nvSpPr>
        <p:spPr>
          <a:xfrm>
            <a:off x="3095171" y="949328"/>
            <a:ext cx="2532600" cy="1883100"/>
          </a:xfrm>
          <a:prstGeom prst="roundRect">
            <a:avLst>
              <a:gd name="adj" fmla="val 11879"/>
            </a:avLst>
          </a:prstGeom>
          <a:noFill/>
          <a:ln>
            <a:noFill/>
          </a:ln>
        </p:spPr>
      </p:sp>
      <p:sp>
        <p:nvSpPr>
          <p:cNvPr id="279" name="Google Shape;279;p57"/>
          <p:cNvSpPr>
            <a:spLocks noGrp="1"/>
          </p:cNvSpPr>
          <p:nvPr>
            <p:ph type="pic" idx="4"/>
          </p:nvPr>
        </p:nvSpPr>
        <p:spPr>
          <a:xfrm>
            <a:off x="3095171" y="2962031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280" name="Google Shape;280;p57"/>
          <p:cNvSpPr>
            <a:spLocks noGrp="1"/>
          </p:cNvSpPr>
          <p:nvPr>
            <p:ph type="pic" idx="5"/>
          </p:nvPr>
        </p:nvSpPr>
        <p:spPr>
          <a:xfrm>
            <a:off x="457199" y="2962031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8_Custom Layout">
  <p:cSld name="8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8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83" name="Google Shape;283;p58"/>
          <p:cNvSpPr txBox="1">
            <a:spLocks noGrp="1"/>
          </p:cNvSpPr>
          <p:nvPr>
            <p:ph type="body" idx="1"/>
          </p:nvPr>
        </p:nvSpPr>
        <p:spPr>
          <a:xfrm>
            <a:off x="457201" y="963397"/>
            <a:ext cx="2532600" cy="1883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 i="0"/>
            </a:lvl1pPr>
            <a:lvl2pPr marL="914400" lvl="1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  <a:defRPr sz="14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84" name="Google Shape;284;p58"/>
          <p:cNvSpPr>
            <a:spLocks noGrp="1"/>
          </p:cNvSpPr>
          <p:nvPr>
            <p:ph type="pic" idx="2"/>
          </p:nvPr>
        </p:nvSpPr>
        <p:spPr>
          <a:xfrm>
            <a:off x="3095171" y="963397"/>
            <a:ext cx="2532600" cy="1883100"/>
          </a:xfrm>
          <a:prstGeom prst="roundRect">
            <a:avLst>
              <a:gd name="adj" fmla="val 11537"/>
            </a:avLst>
          </a:prstGeom>
          <a:noFill/>
          <a:ln>
            <a:noFill/>
          </a:ln>
        </p:spPr>
      </p:sp>
      <p:sp>
        <p:nvSpPr>
          <p:cNvPr id="285" name="Google Shape;285;p58"/>
          <p:cNvSpPr>
            <a:spLocks noGrp="1"/>
          </p:cNvSpPr>
          <p:nvPr>
            <p:ph type="pic" idx="3"/>
          </p:nvPr>
        </p:nvSpPr>
        <p:spPr>
          <a:xfrm>
            <a:off x="5733141" y="966928"/>
            <a:ext cx="2532600" cy="1883100"/>
          </a:xfrm>
          <a:prstGeom prst="roundRect">
            <a:avLst>
              <a:gd name="adj" fmla="val 11196"/>
            </a:avLst>
          </a:prstGeom>
          <a:noFill/>
          <a:ln>
            <a:noFill/>
          </a:ln>
        </p:spPr>
      </p:sp>
      <p:sp>
        <p:nvSpPr>
          <p:cNvPr id="286" name="Google Shape;286;p58"/>
          <p:cNvSpPr>
            <a:spLocks noGrp="1"/>
          </p:cNvSpPr>
          <p:nvPr>
            <p:ph type="pic" idx="4"/>
          </p:nvPr>
        </p:nvSpPr>
        <p:spPr>
          <a:xfrm>
            <a:off x="5733141" y="2954042"/>
            <a:ext cx="2532600" cy="1883100"/>
          </a:xfrm>
          <a:prstGeom prst="roundRect">
            <a:avLst>
              <a:gd name="adj" fmla="val 8802"/>
            </a:avLst>
          </a:prstGeom>
          <a:noFill/>
          <a:ln>
            <a:noFill/>
          </a:ln>
        </p:spPr>
      </p:sp>
      <p:sp>
        <p:nvSpPr>
          <p:cNvPr id="287" name="Google Shape;287;p58"/>
          <p:cNvSpPr>
            <a:spLocks noGrp="1"/>
          </p:cNvSpPr>
          <p:nvPr>
            <p:ph type="pic" idx="5"/>
          </p:nvPr>
        </p:nvSpPr>
        <p:spPr>
          <a:xfrm>
            <a:off x="3095171" y="2960314"/>
            <a:ext cx="2532600" cy="1883100"/>
          </a:xfrm>
          <a:prstGeom prst="roundRect">
            <a:avLst>
              <a:gd name="adj" fmla="val 8459"/>
            </a:avLst>
          </a:prstGeom>
          <a:noFill/>
          <a:ln>
            <a:noFill/>
          </a:ln>
        </p:spPr>
      </p:sp>
      <p:sp>
        <p:nvSpPr>
          <p:cNvPr id="288" name="Google Shape;288;p58"/>
          <p:cNvSpPr>
            <a:spLocks noGrp="1"/>
          </p:cNvSpPr>
          <p:nvPr>
            <p:ph type="pic" idx="6"/>
          </p:nvPr>
        </p:nvSpPr>
        <p:spPr>
          <a:xfrm>
            <a:off x="457200" y="2960314"/>
            <a:ext cx="2532600" cy="1883100"/>
          </a:xfrm>
          <a:prstGeom prst="roundRect">
            <a:avLst>
              <a:gd name="adj" fmla="val 10169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0_Custom Layout">
  <p:cSld name="10_Custom Layout">
    <p:bg>
      <p:bgPr>
        <a:blipFill>
          <a:blip r:embed="rId2">
            <a:alphaModFix/>
          </a:blip>
          <a:stretch>
            <a:fillRect/>
          </a:stretch>
        </a:blipFill>
        <a:effectLst/>
      </p:bgPr>
    </p:bg>
    <p:spTree>
      <p:nvGrpSpPr>
        <p:cNvPr id="1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59"/>
          <p:cNvSpPr txBox="1">
            <a:spLocks noGrp="1"/>
          </p:cNvSpPr>
          <p:nvPr>
            <p:ph type="body" idx="1"/>
          </p:nvPr>
        </p:nvSpPr>
        <p:spPr>
          <a:xfrm>
            <a:off x="457201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1" name="Google Shape;291;p59"/>
          <p:cNvSpPr txBox="1">
            <a:spLocks noGrp="1"/>
          </p:cNvSpPr>
          <p:nvPr>
            <p:ph type="body" idx="2"/>
          </p:nvPr>
        </p:nvSpPr>
        <p:spPr>
          <a:xfrm>
            <a:off x="3275819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2" name="Google Shape;292;p59"/>
          <p:cNvSpPr txBox="1">
            <a:spLocks noGrp="1"/>
          </p:cNvSpPr>
          <p:nvPr>
            <p:ph type="body" idx="3"/>
          </p:nvPr>
        </p:nvSpPr>
        <p:spPr>
          <a:xfrm>
            <a:off x="6085706" y="2367645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3" name="Google Shape;293;p5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2919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Golos Text SemiBold"/>
              <a:buNone/>
              <a:defRPr sz="3200">
                <a:latin typeface="Golos Text SemiBold"/>
                <a:ea typeface="Golos Text SemiBold"/>
                <a:cs typeface="Golos Text SemiBold"/>
                <a:sym typeface="Golos Tex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4" name="Google Shape;294;p59"/>
          <p:cNvSpPr>
            <a:spLocks noGrp="1"/>
          </p:cNvSpPr>
          <p:nvPr>
            <p:ph type="pic" idx="4"/>
          </p:nvPr>
        </p:nvSpPr>
        <p:spPr>
          <a:xfrm>
            <a:off x="454050" y="952607"/>
            <a:ext cx="2589300" cy="1304400"/>
          </a:xfrm>
          <a:prstGeom prst="roundRect">
            <a:avLst>
              <a:gd name="adj" fmla="val 9261"/>
            </a:avLst>
          </a:prstGeom>
          <a:noFill/>
          <a:ln>
            <a:noFill/>
          </a:ln>
        </p:spPr>
      </p:sp>
      <p:sp>
        <p:nvSpPr>
          <p:cNvPr id="295" name="Google Shape;295;p59"/>
          <p:cNvSpPr>
            <a:spLocks noGrp="1"/>
          </p:cNvSpPr>
          <p:nvPr>
            <p:ph type="pic" idx="5"/>
          </p:nvPr>
        </p:nvSpPr>
        <p:spPr>
          <a:xfrm>
            <a:off x="3275818" y="952607"/>
            <a:ext cx="2589300" cy="1304400"/>
          </a:xfrm>
          <a:prstGeom prst="roundRect">
            <a:avLst>
              <a:gd name="adj" fmla="val 11730"/>
            </a:avLst>
          </a:prstGeom>
          <a:noFill/>
          <a:ln>
            <a:noFill/>
          </a:ln>
        </p:spPr>
      </p:sp>
      <p:sp>
        <p:nvSpPr>
          <p:cNvPr id="296" name="Google Shape;296;p59"/>
          <p:cNvSpPr>
            <a:spLocks noGrp="1"/>
          </p:cNvSpPr>
          <p:nvPr>
            <p:ph type="pic" idx="6"/>
          </p:nvPr>
        </p:nvSpPr>
        <p:spPr>
          <a:xfrm>
            <a:off x="6089789" y="952607"/>
            <a:ext cx="2589300" cy="1304400"/>
          </a:xfrm>
          <a:prstGeom prst="roundRect">
            <a:avLst>
              <a:gd name="adj" fmla="val 10249"/>
            </a:avLst>
          </a:prstGeom>
          <a:noFill/>
          <a:ln>
            <a:noFill/>
          </a:ln>
        </p:spPr>
      </p:sp>
      <p:sp>
        <p:nvSpPr>
          <p:cNvPr id="297" name="Google Shape;297;p59"/>
          <p:cNvSpPr txBox="1">
            <a:spLocks noGrp="1"/>
          </p:cNvSpPr>
          <p:nvPr>
            <p:ph type="body" idx="7"/>
          </p:nvPr>
        </p:nvSpPr>
        <p:spPr>
          <a:xfrm>
            <a:off x="460352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8" name="Google Shape;298;p59"/>
          <p:cNvSpPr txBox="1">
            <a:spLocks noGrp="1"/>
          </p:cNvSpPr>
          <p:nvPr>
            <p:ph type="body" idx="8"/>
          </p:nvPr>
        </p:nvSpPr>
        <p:spPr>
          <a:xfrm>
            <a:off x="3278970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9" name="Google Shape;299;p59"/>
          <p:cNvSpPr txBox="1">
            <a:spLocks noGrp="1"/>
          </p:cNvSpPr>
          <p:nvPr>
            <p:ph type="body" idx="9"/>
          </p:nvPr>
        </p:nvSpPr>
        <p:spPr>
          <a:xfrm>
            <a:off x="6088857" y="4281396"/>
            <a:ext cx="2589300" cy="26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None/>
              <a:defRPr sz="1200" b="1" i="0"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00" name="Google Shape;300;p59"/>
          <p:cNvSpPr>
            <a:spLocks noGrp="1"/>
          </p:cNvSpPr>
          <p:nvPr>
            <p:ph type="pic" idx="13"/>
          </p:nvPr>
        </p:nvSpPr>
        <p:spPr>
          <a:xfrm>
            <a:off x="457201" y="2866358"/>
            <a:ext cx="2589300" cy="1304400"/>
          </a:xfrm>
          <a:prstGeom prst="roundRect">
            <a:avLst>
              <a:gd name="adj" fmla="val 12224"/>
            </a:avLst>
          </a:prstGeom>
          <a:noFill/>
          <a:ln>
            <a:noFill/>
          </a:ln>
        </p:spPr>
      </p:sp>
      <p:sp>
        <p:nvSpPr>
          <p:cNvPr id="301" name="Google Shape;301;p59"/>
          <p:cNvSpPr>
            <a:spLocks noGrp="1"/>
          </p:cNvSpPr>
          <p:nvPr>
            <p:ph type="pic" idx="14"/>
          </p:nvPr>
        </p:nvSpPr>
        <p:spPr>
          <a:xfrm>
            <a:off x="3278969" y="2866358"/>
            <a:ext cx="2589300" cy="1304400"/>
          </a:xfrm>
          <a:prstGeom prst="roundRect">
            <a:avLst>
              <a:gd name="adj" fmla="val 11236"/>
            </a:avLst>
          </a:prstGeom>
          <a:noFill/>
          <a:ln>
            <a:noFill/>
          </a:ln>
        </p:spPr>
      </p:sp>
      <p:sp>
        <p:nvSpPr>
          <p:cNvPr id="302" name="Google Shape;302;p59"/>
          <p:cNvSpPr>
            <a:spLocks noGrp="1"/>
          </p:cNvSpPr>
          <p:nvPr>
            <p:ph type="pic" idx="15"/>
          </p:nvPr>
        </p:nvSpPr>
        <p:spPr>
          <a:xfrm>
            <a:off x="6092940" y="2866358"/>
            <a:ext cx="2589300" cy="1304400"/>
          </a:xfrm>
          <a:prstGeom prst="roundRect">
            <a:avLst>
              <a:gd name="adj" fmla="val 9755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0.xml"/><Relationship Id="rId13" Type="http://schemas.openxmlformats.org/officeDocument/2006/relationships/slideLayout" Target="../slideLayouts/slideLayout25.xml"/><Relationship Id="rId18" Type="http://schemas.openxmlformats.org/officeDocument/2006/relationships/slideLayout" Target="../slideLayouts/slideLayout30.xml"/><Relationship Id="rId3" Type="http://schemas.openxmlformats.org/officeDocument/2006/relationships/slideLayout" Target="../slideLayouts/slideLayout15.xml"/><Relationship Id="rId21" Type="http://schemas.openxmlformats.org/officeDocument/2006/relationships/slideLayout" Target="../slideLayouts/slideLayout33.xml"/><Relationship Id="rId7" Type="http://schemas.openxmlformats.org/officeDocument/2006/relationships/slideLayout" Target="../slideLayouts/slideLayout19.xml"/><Relationship Id="rId12" Type="http://schemas.openxmlformats.org/officeDocument/2006/relationships/slideLayout" Target="../slideLayouts/slideLayout24.xml"/><Relationship Id="rId17" Type="http://schemas.openxmlformats.org/officeDocument/2006/relationships/slideLayout" Target="../slideLayouts/slideLayout29.xml"/><Relationship Id="rId2" Type="http://schemas.openxmlformats.org/officeDocument/2006/relationships/slideLayout" Target="../slideLayouts/slideLayout14.xml"/><Relationship Id="rId16" Type="http://schemas.openxmlformats.org/officeDocument/2006/relationships/slideLayout" Target="../slideLayouts/slideLayout28.xml"/><Relationship Id="rId2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11" Type="http://schemas.openxmlformats.org/officeDocument/2006/relationships/slideLayout" Target="../slideLayouts/slideLayout23.xml"/><Relationship Id="rId5" Type="http://schemas.openxmlformats.org/officeDocument/2006/relationships/slideLayout" Target="../slideLayouts/slideLayout17.xml"/><Relationship Id="rId15" Type="http://schemas.openxmlformats.org/officeDocument/2006/relationships/slideLayout" Target="../slideLayouts/slideLayout27.xml"/><Relationship Id="rId23" Type="http://schemas.openxmlformats.org/officeDocument/2006/relationships/theme" Target="../theme/theme2.xml"/><Relationship Id="rId10" Type="http://schemas.openxmlformats.org/officeDocument/2006/relationships/slideLayout" Target="../slideLayouts/slideLayout22.xml"/><Relationship Id="rId19" Type="http://schemas.openxmlformats.org/officeDocument/2006/relationships/slideLayout" Target="../slideLayouts/slideLayout31.xml"/><Relationship Id="rId4" Type="http://schemas.openxmlformats.org/officeDocument/2006/relationships/slideLayout" Target="../slideLayouts/slideLayout16.xml"/><Relationship Id="rId9" Type="http://schemas.openxmlformats.org/officeDocument/2006/relationships/slideLayout" Target="../slideLayouts/slideLayout21.xml"/><Relationship Id="rId14" Type="http://schemas.openxmlformats.org/officeDocument/2006/relationships/slideLayout" Target="../slideLayouts/slideLayout26.xml"/><Relationship Id="rId22" Type="http://schemas.openxmlformats.org/officeDocument/2006/relationships/slideLayout" Target="../slideLayouts/slideLayout3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2.xml"/><Relationship Id="rId13" Type="http://schemas.openxmlformats.org/officeDocument/2006/relationships/slideLayout" Target="../slideLayouts/slideLayout47.xml"/><Relationship Id="rId18" Type="http://schemas.openxmlformats.org/officeDocument/2006/relationships/slideLayout" Target="../slideLayouts/slideLayout52.xml"/><Relationship Id="rId3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55.xml"/><Relationship Id="rId7" Type="http://schemas.openxmlformats.org/officeDocument/2006/relationships/slideLayout" Target="../slideLayouts/slideLayout41.xml"/><Relationship Id="rId12" Type="http://schemas.openxmlformats.org/officeDocument/2006/relationships/slideLayout" Target="../slideLayouts/slideLayout46.xml"/><Relationship Id="rId17" Type="http://schemas.openxmlformats.org/officeDocument/2006/relationships/slideLayout" Target="../slideLayouts/slideLayout51.xml"/><Relationship Id="rId2" Type="http://schemas.openxmlformats.org/officeDocument/2006/relationships/slideLayout" Target="../slideLayouts/slideLayout36.xml"/><Relationship Id="rId16" Type="http://schemas.openxmlformats.org/officeDocument/2006/relationships/slideLayout" Target="../slideLayouts/slideLayout50.xml"/><Relationship Id="rId20" Type="http://schemas.openxmlformats.org/officeDocument/2006/relationships/slideLayout" Target="../slideLayouts/slideLayout54.xml"/><Relationship Id="rId1" Type="http://schemas.openxmlformats.org/officeDocument/2006/relationships/slideLayout" Target="../slideLayouts/slideLayout35.xml"/><Relationship Id="rId6" Type="http://schemas.openxmlformats.org/officeDocument/2006/relationships/slideLayout" Target="../slideLayouts/slideLayout40.xml"/><Relationship Id="rId11" Type="http://schemas.openxmlformats.org/officeDocument/2006/relationships/slideLayout" Target="../slideLayouts/slideLayout45.xml"/><Relationship Id="rId5" Type="http://schemas.openxmlformats.org/officeDocument/2006/relationships/slideLayout" Target="../slideLayouts/slideLayout39.xml"/><Relationship Id="rId15" Type="http://schemas.openxmlformats.org/officeDocument/2006/relationships/slideLayout" Target="../slideLayouts/slideLayout49.xml"/><Relationship Id="rId23" Type="http://schemas.openxmlformats.org/officeDocument/2006/relationships/theme" Target="../theme/theme3.xml"/><Relationship Id="rId10" Type="http://schemas.openxmlformats.org/officeDocument/2006/relationships/slideLayout" Target="../slideLayouts/slideLayout44.xml"/><Relationship Id="rId19" Type="http://schemas.openxmlformats.org/officeDocument/2006/relationships/slideLayout" Target="../slideLayouts/slideLayout53.xml"/><Relationship Id="rId4" Type="http://schemas.openxmlformats.org/officeDocument/2006/relationships/slideLayout" Target="../slideLayouts/slideLayout38.xml"/><Relationship Id="rId9" Type="http://schemas.openxmlformats.org/officeDocument/2006/relationships/slideLayout" Target="../slideLayouts/slideLayout43.xml"/><Relationship Id="rId14" Type="http://schemas.openxmlformats.org/officeDocument/2006/relationships/slideLayout" Target="../slideLayouts/slideLayout48.xml"/><Relationship Id="rId22" Type="http://schemas.openxmlformats.org/officeDocument/2006/relationships/slideLayout" Target="../slideLayouts/slideLayout5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4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59" name="Google Shape;59;p14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60" name="Google Shape;60;p14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1" name="Google Shape;61;p14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4" r:id="rId5"/>
    <p:sldLayoutId id="2147483665" r:id="rId6"/>
    <p:sldLayoutId id="2147483666" r:id="rId7"/>
    <p:sldLayoutId id="2147483667" r:id="rId8"/>
    <p:sldLayoutId id="2147483668" r:id="rId9"/>
    <p:sldLayoutId id="2147483669" r:id="rId10"/>
    <p:sldLayoutId id="2147483670" r:id="rId11"/>
    <p:sldLayoutId id="2147483671" r:id="rId12"/>
    <p:sldLayoutId id="2147483672" r:id="rId13"/>
    <p:sldLayoutId id="2147483673" r:id="rId14"/>
    <p:sldLayoutId id="2147483674" r:id="rId15"/>
    <p:sldLayoutId id="2147483675" r:id="rId16"/>
    <p:sldLayoutId id="2147483676" r:id="rId17"/>
    <p:sldLayoutId id="2147483677" r:id="rId18"/>
    <p:sldLayoutId id="2147483678" r:id="rId19"/>
    <p:sldLayoutId id="2147483679" r:id="rId20"/>
    <p:sldLayoutId id="2147483680" r:id="rId21"/>
    <p:sldLayoutId id="2147483681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7"/>
          <p:cNvSpPr txBox="1">
            <a:spLocks noGrp="1"/>
          </p:cNvSpPr>
          <p:nvPr>
            <p:ph type="title"/>
          </p:nvPr>
        </p:nvSpPr>
        <p:spPr>
          <a:xfrm>
            <a:off x="457200" y="306434"/>
            <a:ext cx="8229600" cy="62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Arial"/>
              <a:buNone/>
              <a:defRPr sz="3600" b="1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82" name="Google Shape;182;p37"/>
          <p:cNvSpPr txBox="1">
            <a:spLocks noGrp="1"/>
          </p:cNvSpPr>
          <p:nvPr>
            <p:ph type="body" idx="1"/>
          </p:nvPr>
        </p:nvSpPr>
        <p:spPr>
          <a:xfrm>
            <a:off x="457200" y="1121912"/>
            <a:ext cx="8229600" cy="28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1pPr>
            <a:lvl2pPr marL="914400" marR="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2pPr>
            <a:lvl3pPr marL="1371600" marR="0" lvl="2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3pPr>
            <a:lvl4pPr marL="1828800" marR="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4pPr>
            <a:lvl5pPr marL="2286000" marR="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None/>
              <a:defRPr sz="1600" b="0" i="0" u="none" strike="noStrike" cap="none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defRPr>
            </a:lvl5pPr>
            <a:lvl6pPr marL="2743200" marR="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83" name="Google Shape;183;p37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37"/>
          <p:cNvSpPr txBox="1"/>
          <p:nvPr/>
        </p:nvSpPr>
        <p:spPr>
          <a:xfrm>
            <a:off x="-865051" y="4134125"/>
            <a:ext cx="1848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82" r:id="rId1"/>
    <p:sldLayoutId id="2147483683" r:id="rId2"/>
    <p:sldLayoutId id="2147483684" r:id="rId3"/>
    <p:sldLayoutId id="2147483685" r:id="rId4"/>
    <p:sldLayoutId id="2147483686" r:id="rId5"/>
    <p:sldLayoutId id="2147483687" r:id="rId6"/>
    <p:sldLayoutId id="2147483688" r:id="rId7"/>
    <p:sldLayoutId id="2147483689" r:id="rId8"/>
    <p:sldLayoutId id="2147483690" r:id="rId9"/>
    <p:sldLayoutId id="2147483691" r:id="rId10"/>
    <p:sldLayoutId id="2147483692" r:id="rId11"/>
    <p:sldLayoutId id="2147483693" r:id="rId12"/>
    <p:sldLayoutId id="2147483694" r:id="rId13"/>
    <p:sldLayoutId id="2147483695" r:id="rId14"/>
    <p:sldLayoutId id="2147483696" r:id="rId15"/>
    <p:sldLayoutId id="2147483697" r:id="rId16"/>
    <p:sldLayoutId id="2147483698" r:id="rId17"/>
    <p:sldLayoutId id="2147483699" r:id="rId18"/>
    <p:sldLayoutId id="2147483700" r:id="rId19"/>
    <p:sldLayoutId id="2147483701" r:id="rId20"/>
    <p:sldLayoutId id="2147483702" r:id="rId21"/>
    <p:sldLayoutId id="2147483703" r:id="rId22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4.xml"/><Relationship Id="rId4" Type="http://schemas.microsoft.com/office/2018/10/relationships/comments" Target="../comments/modernComment_102_0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4.xml"/><Relationship Id="rId5" Type="http://schemas.microsoft.com/office/2018/10/relationships/comments" Target="../comments/modernComment_101_0.xml"/><Relationship Id="rId4" Type="http://schemas.openxmlformats.org/officeDocument/2006/relationships/image" Target="../media/image13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6.xml"/><Relationship Id="rId4" Type="http://schemas.openxmlformats.org/officeDocument/2006/relationships/image" Target="../media/image1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3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8" name="Google Shape;308;p60"/>
          <p:cNvSpPr txBox="1">
            <a:spLocks noGrp="1"/>
          </p:cNvSpPr>
          <p:nvPr>
            <p:ph type="title"/>
          </p:nvPr>
        </p:nvSpPr>
        <p:spPr>
          <a:xfrm>
            <a:off x="406486" y="1636670"/>
            <a:ext cx="8331027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lvl="0" algn="ctr">
              <a:buSzPct val="100000"/>
            </a:pPr>
            <a:r>
              <a:rPr lang="ru-RU" sz="2800" b="1" dirty="0">
                <a:solidFill>
                  <a:schemeClr val="bg1"/>
                </a:solidFill>
              </a:rPr>
              <a:t>Проектирование информационной системы для управления бюджетом и автоматизации разделения чеков между пользователями</a:t>
            </a:r>
            <a:endParaRPr sz="2800" dirty="0">
              <a:solidFill>
                <a:schemeClr val="bg1"/>
              </a:solidFill>
            </a:endParaRPr>
          </a:p>
        </p:txBody>
      </p:sp>
      <p:sp>
        <p:nvSpPr>
          <p:cNvPr id="309" name="Google Shape;309;p60"/>
          <p:cNvSpPr txBox="1"/>
          <p:nvPr/>
        </p:nvSpPr>
        <p:spPr>
          <a:xfrm>
            <a:off x="5135991" y="3498635"/>
            <a:ext cx="4078091" cy="138495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Авторы (поток 1.2): 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 err="1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Ададурова</a:t>
            </a: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Александра Ильинична </a:t>
            </a:r>
            <a:r>
              <a:rPr lang="en-US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K3239</a:t>
            </a:r>
            <a:endParaRPr lang="ru-RU" sz="1200" dirty="0">
              <a:solidFill>
                <a:schemeClr val="lt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Golos Text Medium"/>
                <a:cs typeface="Golos Text Medium"/>
                <a:sym typeface="Golos Text Medium"/>
              </a:rPr>
              <a:t>Лав</a:t>
            </a: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рецкая Елизавета Романовна </a:t>
            </a:r>
            <a:r>
              <a:rPr lang="en-US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K3240</a:t>
            </a:r>
            <a:endParaRPr lang="ru-RU" sz="1200" dirty="0">
              <a:solidFill>
                <a:schemeClr val="lt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Поплавский Александр Леонидович</a:t>
            </a:r>
            <a:r>
              <a:rPr lang="en-US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 K3240</a:t>
            </a:r>
            <a:b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</a:br>
            <a:b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</a:b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Преподаватель:</a:t>
            </a:r>
          </a:p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ru-RU" sz="1200" dirty="0">
                <a:solidFill>
                  <a:schemeClr val="lt1"/>
                </a:solidFill>
                <a:latin typeface="Golos Text Medium"/>
                <a:ea typeface="Golos Text Medium"/>
                <a:cs typeface="Golos Text Medium"/>
                <a:sym typeface="Golos Text Medium"/>
              </a:rPr>
              <a:t>Говорова Марина Михайловна</a:t>
            </a:r>
            <a:endParaRPr sz="1200" dirty="0">
              <a:solidFill>
                <a:schemeClr val="lt1"/>
              </a:solidFill>
              <a:latin typeface="Golos Text Medium"/>
              <a:ea typeface="Golos Text Medium"/>
              <a:cs typeface="Golos Text Medium"/>
              <a:sym typeface="Golos Text Medium"/>
            </a:endParaRPr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id="{00F12E6A-691C-49DA-92F9-EBED35DD6A0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2494" y="360134"/>
            <a:ext cx="1591528" cy="860859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62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" dirty="0"/>
              <a:t>Цел</a:t>
            </a:r>
            <a:r>
              <a:rPr lang="ru-RU" dirty="0"/>
              <a:t>ь</a:t>
            </a:r>
            <a:endParaRPr dirty="0"/>
          </a:p>
        </p:txBody>
      </p:sp>
      <p:sp>
        <p:nvSpPr>
          <p:cNvPr id="324" name="Google Shape;324;p62"/>
          <p:cNvSpPr txBox="1"/>
          <p:nvPr/>
        </p:nvSpPr>
        <p:spPr>
          <a:xfrm>
            <a:off x="457200" y="2209244"/>
            <a:ext cx="8285400" cy="141832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lvl="0">
              <a:lnSpc>
                <a:spcPct val="115000"/>
              </a:lnSpc>
            </a:pPr>
            <a:r>
              <a:rPr lang="ru-RU" sz="2400" dirty="0">
                <a:latin typeface="Golos Text" panose="020B0604020202020204" charset="0"/>
                <a:cs typeface="Golos Text" panose="020B0604020202020204" charset="0"/>
              </a:rPr>
              <a:t>Разработать функциональную модель АИС «Управление бюджетом и разделение чеков» средствами DFD-диаграммы.</a:t>
            </a:r>
            <a:endParaRPr sz="2000" dirty="0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  <a:p>
            <a:pPr marL="0" lvl="0" indent="0" algn="l" rtl="0">
              <a:spcBef>
                <a:spcPts val="400"/>
              </a:spcBef>
              <a:spcAft>
                <a:spcPts val="0"/>
              </a:spcAft>
              <a:buNone/>
            </a:pPr>
            <a:endParaRPr sz="2000" dirty="0">
              <a:solidFill>
                <a:srgbClr val="000000"/>
              </a:solidFill>
              <a:latin typeface="Golos Text"/>
              <a:ea typeface="Golos Text"/>
              <a:cs typeface="Golos Text"/>
              <a:sym typeface="Golos Text"/>
            </a:endParaRPr>
          </a:p>
        </p:txBody>
      </p:sp>
      <p:sp>
        <p:nvSpPr>
          <p:cNvPr id="2" name="Прямоугольник 1"/>
          <p:cNvSpPr/>
          <p:nvPr/>
        </p:nvSpPr>
        <p:spPr>
          <a:xfrm>
            <a:off x="8541249" y="4835723"/>
            <a:ext cx="602751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2/1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lang="ru" sz="11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8C9B619F-CAEB-4047-A96A-C2784E5B55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16723" y="1190760"/>
            <a:ext cx="925877" cy="330780"/>
          </a:xfrm>
          <a:prstGeom prst="rect">
            <a:avLst/>
          </a:prstGeom>
        </p:spPr>
      </p:pic>
    </p:spTree>
  </p:cSld>
  <p:clrMapOvr>
    <a:masterClrMapping/>
  </p:clrMapOvr>
  <p:extLst mod="1">
    <p:ext uri="{6950BFC3-D8DA-4A85-94F7-54DA5524770B}">
      <p188:commentRel xmlns="" xmlns:p188="http://schemas.microsoft.com/office/powerpoint/2018/8/main" r:id="rId4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E803654-C093-4756-AD77-AF5A535D3B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Задачи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68CCBD3B-FE84-40F5-8BDB-01378C3B6C6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57200" y="1485595"/>
            <a:ext cx="7467600" cy="2852799"/>
          </a:xfrm>
        </p:spPr>
        <p:txBody>
          <a:bodyPr/>
          <a:lstStyle/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Определить назначение ИС.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Выделить основной процесс и внешние сущности по отношению к нему.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Выделить потоки для внешних сущностей по отношению к основному событию.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Составить контекстную диаграмму нулевого уровня (уровень А-0).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Проанализировать события, определить связи по потокам данных между сущностями, событиями, накопителями данных. Составить матрицу списка событий в виде таблицы.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Составить детализированную контекстную диаграмму (уровень А0).</a:t>
            </a:r>
          </a:p>
          <a:p>
            <a:pPr marL="571500" indent="-342900" fontAlgn="base">
              <a:buFont typeface="+mj-lt"/>
              <a:buAutoNum type="arabicPeriod"/>
            </a:pPr>
            <a:r>
              <a:rPr lang="ru-RU" dirty="0"/>
              <a:t>Детализировать 1 процесс с уровня А0.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2E8874D3-9E15-4459-BB06-220A8CE2C4B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630" y="1206209"/>
            <a:ext cx="925877" cy="33078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2FDAC6DF-E8CD-466C-8C5F-74028204BB7A}"/>
              </a:ext>
            </a:extLst>
          </p:cNvPr>
          <p:cNvSpPr/>
          <p:nvPr/>
        </p:nvSpPr>
        <p:spPr>
          <a:xfrm>
            <a:off x="8537825" y="4835723"/>
            <a:ext cx="607779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3/1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lang="ru" sz="1100" dirty="0"/>
          </a:p>
        </p:txBody>
      </p:sp>
    </p:spTree>
    <p:extLst>
      <p:ext uri="{BB962C8B-B14F-4D97-AF65-F5344CB8AC3E}">
        <p14:creationId xmlns:p14="http://schemas.microsoft.com/office/powerpoint/2010/main" val="312297528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15CC793-E8AB-42F2-874A-2DD6C1C31A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306435"/>
            <a:ext cx="6577673" cy="527400"/>
          </a:xfrm>
        </p:spPr>
        <p:txBody>
          <a:bodyPr>
            <a:noAutofit/>
          </a:bodyPr>
          <a:lstStyle/>
          <a:p>
            <a:r>
              <a:rPr lang="ru-RU" sz="2400" dirty="0"/>
              <a:t>Методы и средства выполнения проекта</a:t>
            </a:r>
          </a:p>
        </p:txBody>
      </p:sp>
      <p:sp>
        <p:nvSpPr>
          <p:cNvPr id="3" name="Текст 2">
            <a:extLst>
              <a:ext uri="{FF2B5EF4-FFF2-40B4-BE49-F238E27FC236}">
                <a16:creationId xmlns:a16="http://schemas.microsoft.com/office/drawing/2014/main" id="{4A6A8F35-C673-4146-91DD-427A8F32C6A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ru-RU" dirty="0"/>
              <a:t>Методы: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структурный анализ предметной области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методология и нотация </a:t>
            </a:r>
            <a:r>
              <a:rPr lang="en-US" dirty="0"/>
              <a:t>DFD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составление матрицы списка событий</a:t>
            </a: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иерархическая декомпозиция процессов</a:t>
            </a:r>
            <a:endParaRPr lang="en-US" dirty="0"/>
          </a:p>
          <a:p>
            <a:pPr marL="5143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pPr marL="228600" indent="0"/>
            <a:r>
              <a:rPr lang="en-US" dirty="0"/>
              <a:t>CASE-</a:t>
            </a:r>
            <a:r>
              <a:rPr lang="ru-RU" dirty="0"/>
              <a:t>средства: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Ramus</a:t>
            </a:r>
            <a:endParaRPr lang="ru-RU" dirty="0"/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en-US" dirty="0"/>
              <a:t>MS Power Point</a:t>
            </a:r>
            <a:endParaRPr lang="ru-RU" dirty="0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0CE47DC3-96DA-4D68-A678-06968A4E68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97630" y="1206209"/>
            <a:ext cx="925877" cy="330780"/>
          </a:xfrm>
          <a:prstGeom prst="rect">
            <a:avLst/>
          </a:prstGeom>
        </p:spPr>
      </p:pic>
      <p:sp>
        <p:nvSpPr>
          <p:cNvPr id="5" name="Прямоугольник 4">
            <a:extLst>
              <a:ext uri="{FF2B5EF4-FFF2-40B4-BE49-F238E27FC236}">
                <a16:creationId xmlns:a16="http://schemas.microsoft.com/office/drawing/2014/main" id="{FF6040E8-981E-43DD-BF26-0A5BFB0FE6CE}"/>
              </a:ext>
            </a:extLst>
          </p:cNvPr>
          <p:cNvSpPr/>
          <p:nvPr/>
        </p:nvSpPr>
        <p:spPr>
          <a:xfrm>
            <a:off x="8527552" y="4835723"/>
            <a:ext cx="621258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4/1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lang="ru" sz="1100" dirty="0"/>
          </a:p>
        </p:txBody>
      </p:sp>
    </p:spTree>
    <p:extLst>
      <p:ext uri="{BB962C8B-B14F-4D97-AF65-F5344CB8AC3E}">
        <p14:creationId xmlns:p14="http://schemas.microsoft.com/office/powerpoint/2010/main" val="16488682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p61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dirty="0"/>
              <a:t>Назначение ИС</a:t>
            </a:r>
            <a:endParaRPr dirty="0"/>
          </a:p>
        </p:txBody>
      </p:sp>
      <p:sp>
        <p:nvSpPr>
          <p:cNvPr id="316" name="Google Shape;316;p61"/>
          <p:cNvSpPr txBox="1">
            <a:spLocks noGrp="1"/>
          </p:cNvSpPr>
          <p:nvPr>
            <p:ph type="body" idx="1"/>
          </p:nvPr>
        </p:nvSpPr>
        <p:spPr>
          <a:xfrm>
            <a:off x="420492" y="1735887"/>
            <a:ext cx="3977974" cy="20685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  <a:scene3d>
              <a:camera prst="orthographicFront">
                <a:rot lat="0" lon="21599969" rev="0"/>
              </a:camera>
              <a:lightRig rig="threePt" dir="t"/>
            </a:scene3d>
          </a:bodyPr>
          <a:lstStyle/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Учёт операций 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Разделение чеков 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Управление балансами и счетами 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Планирование бюджета 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Отчётность </a:t>
            </a:r>
          </a:p>
          <a:p>
            <a:pPr marL="514350" indent="-285750">
              <a:buFont typeface="Arial" panose="020B0604020202020204" pitchFamily="34" charset="0"/>
              <a:buChar char="•"/>
            </a:pPr>
            <a:r>
              <a:rPr lang="ru-RU" dirty="0"/>
              <a:t>Обработка переводов </a:t>
            </a:r>
            <a:endParaRPr dirty="0"/>
          </a:p>
        </p:txBody>
      </p:sp>
      <p:sp>
        <p:nvSpPr>
          <p:cNvPr id="318" name="Google Shape;318;p61"/>
          <p:cNvSpPr txBox="1"/>
          <p:nvPr/>
        </p:nvSpPr>
        <p:spPr>
          <a:xfrm>
            <a:off x="8483100" y="4835764"/>
            <a:ext cx="660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5</a:t>
            </a:fld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100" dirty="0"/>
          </a:p>
        </p:txBody>
      </p:sp>
      <p:pic>
        <p:nvPicPr>
          <p:cNvPr id="1026" name="Picture 2" descr="Picture background">
            <a:extLst>
              <a:ext uri="{FF2B5EF4-FFF2-40B4-BE49-F238E27FC236}">
                <a16:creationId xmlns:a16="http://schemas.microsoft.com/office/drawing/2014/main" id="{71BE8002-879B-409F-B8D8-0F98E87392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84942" y="1371599"/>
            <a:ext cx="4538566" cy="29743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" name="Рисунок 1">
            <a:extLst>
              <a:ext uri="{FF2B5EF4-FFF2-40B4-BE49-F238E27FC236}">
                <a16:creationId xmlns:a16="http://schemas.microsoft.com/office/drawing/2014/main" id="{C0C3B6F5-0978-466D-8276-CF644E8741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630" y="1206209"/>
            <a:ext cx="925877" cy="330780"/>
          </a:xfrm>
          <a:prstGeom prst="rect">
            <a:avLst/>
          </a:prstGeom>
        </p:spPr>
      </p:pic>
    </p:spTree>
  </p:cSld>
  <p:clrMapOvr>
    <a:masterClrMapping/>
  </p:clrMapOvr>
  <p:extLst mod="1">
    <p:ext uri="{6950BFC3-D8DA-4A85-94F7-54DA5524770B}">
      <p188:commentRel xmlns="" xmlns:p188="http://schemas.microsoft.com/office/powerpoint/2018/8/main" r:id="rId5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96A26F-88CA-4F84-BE8D-32E9C81083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259714"/>
            <a:ext cx="6824400" cy="527400"/>
          </a:xfrm>
        </p:spPr>
        <p:txBody>
          <a:bodyPr>
            <a:normAutofit fontScale="90000"/>
          </a:bodyPr>
          <a:lstStyle/>
          <a:p>
            <a:r>
              <a:rPr lang="ru-RU" dirty="0"/>
              <a:t>Контекстная диаграмма А-0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DE2BA497-73D7-4F7C-9A13-51B8A1AE7B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8575" y="914406"/>
            <a:ext cx="6173642" cy="4119555"/>
          </a:xfrm>
          <a:prstGeom prst="rect">
            <a:avLst/>
          </a:prstGeom>
        </p:spPr>
      </p:pic>
      <p:sp>
        <p:nvSpPr>
          <p:cNvPr id="8" name="Прямоугольник 7">
            <a:extLst>
              <a:ext uri="{FF2B5EF4-FFF2-40B4-BE49-F238E27FC236}">
                <a16:creationId xmlns:a16="http://schemas.microsoft.com/office/drawing/2014/main" id="{A3A4FA5C-C54D-4887-8380-6CB5F9C210A3}"/>
              </a:ext>
            </a:extLst>
          </p:cNvPr>
          <p:cNvSpPr/>
          <p:nvPr/>
        </p:nvSpPr>
        <p:spPr>
          <a:xfrm>
            <a:off x="8500154" y="4835723"/>
            <a:ext cx="648656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6/1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lang="ru" sz="1100" dirty="0"/>
          </a:p>
        </p:txBody>
      </p:sp>
    </p:spTree>
    <p:extLst>
      <p:ext uri="{BB962C8B-B14F-4D97-AF65-F5344CB8AC3E}">
        <p14:creationId xmlns:p14="http://schemas.microsoft.com/office/powerpoint/2010/main" val="407416277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Заголовок 3">
            <a:extLst>
              <a:ext uri="{FF2B5EF4-FFF2-40B4-BE49-F238E27FC236}">
                <a16:creationId xmlns:a16="http://schemas.microsoft.com/office/drawing/2014/main" id="{7B13BDED-E501-4FAB-8A74-3233B33BF6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Контекстная диаграмма А0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A6F28262-896D-465E-9EB1-6E0ABCB4E9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45496" y="1002476"/>
            <a:ext cx="6053007" cy="4007699"/>
          </a:xfrm>
          <a:prstGeom prst="rect">
            <a:avLst/>
          </a:prstGeom>
        </p:spPr>
      </p:pic>
      <p:sp>
        <p:nvSpPr>
          <p:cNvPr id="2" name="AutoShape 2" descr="blob:https://web.telegram.org/b688f256-5148-48f0-9aca-686e993234c2">
            <a:extLst>
              <a:ext uri="{FF2B5EF4-FFF2-40B4-BE49-F238E27FC236}">
                <a16:creationId xmlns:a16="http://schemas.microsoft.com/office/drawing/2014/main" id="{3B1331BE-3BAF-41A9-8091-D5344C70728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241935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ru-RU"/>
          </a:p>
        </p:txBody>
      </p:sp>
      <p:sp>
        <p:nvSpPr>
          <p:cNvPr id="5" name="Google Shape;318;p61">
            <a:extLst>
              <a:ext uri="{FF2B5EF4-FFF2-40B4-BE49-F238E27FC236}">
                <a16:creationId xmlns:a16="http://schemas.microsoft.com/office/drawing/2014/main" id="{3A0B2053-B7F7-4A74-A5BC-641D5261F911}"/>
              </a:ext>
            </a:extLst>
          </p:cNvPr>
          <p:cNvSpPr txBox="1"/>
          <p:nvPr/>
        </p:nvSpPr>
        <p:spPr>
          <a:xfrm>
            <a:off x="8531046" y="4835764"/>
            <a:ext cx="660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7</a:t>
            </a:fld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543587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8DD3157D-DA60-423B-A1D9-4658E950AC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97630" y="1206209"/>
            <a:ext cx="925877" cy="330780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E739C415-E1C7-4036-8966-14A7483C40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Матрица списка событий А0</a:t>
            </a:r>
          </a:p>
        </p:txBody>
      </p:sp>
      <p:graphicFrame>
        <p:nvGraphicFramePr>
          <p:cNvPr id="4" name="Таблица 3">
            <a:extLst>
              <a:ext uri="{FF2B5EF4-FFF2-40B4-BE49-F238E27FC236}">
                <a16:creationId xmlns:a16="http://schemas.microsoft.com/office/drawing/2014/main" id="{6C85EFF0-26C0-45D5-A2EE-FAEEA0F764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1600437"/>
              </p:ext>
            </p:extLst>
          </p:nvPr>
        </p:nvGraphicFramePr>
        <p:xfrm>
          <a:off x="301374" y="965771"/>
          <a:ext cx="8527551" cy="3856870"/>
        </p:xfrm>
        <a:graphic>
          <a:graphicData uri="http://schemas.openxmlformats.org/drawingml/2006/table">
            <a:tbl>
              <a:tblPr/>
              <a:tblGrid>
                <a:gridCol w="2533247">
                  <a:extLst>
                    <a:ext uri="{9D8B030D-6E8A-4147-A177-3AD203B41FA5}">
                      <a16:colId xmlns:a16="http://schemas.microsoft.com/office/drawing/2014/main" val="2034000774"/>
                    </a:ext>
                  </a:extLst>
                </a:gridCol>
                <a:gridCol w="2982699">
                  <a:extLst>
                    <a:ext uri="{9D8B030D-6E8A-4147-A177-3AD203B41FA5}">
                      <a16:colId xmlns:a16="http://schemas.microsoft.com/office/drawing/2014/main" val="76519941"/>
                    </a:ext>
                  </a:extLst>
                </a:gridCol>
                <a:gridCol w="3011605">
                  <a:extLst>
                    <a:ext uri="{9D8B030D-6E8A-4147-A177-3AD203B41FA5}">
                      <a16:colId xmlns:a16="http://schemas.microsoft.com/office/drawing/2014/main" val="3930478618"/>
                    </a:ext>
                  </a:extLst>
                </a:gridCol>
              </a:tblGrid>
              <a:tr h="230497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Название процесса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Входные потоки</a:t>
                      </a:r>
                      <a:endParaRPr lang="ru-RU" sz="110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Выходные потоки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12396804"/>
                  </a:ext>
                </a:extLst>
              </a:tr>
              <a:tr h="56143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Спланировать бюджет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Настройки лимитов и целей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Текущие лимиты и цели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Суммы трат по категориям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Отчеты по бюджету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Установленные лимиты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94503673"/>
                  </a:ext>
                </a:extLst>
              </a:tr>
              <a:tr h="58465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Обработать операцию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Журнал операций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Данные прошлых операций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Данные об операции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Сумма личной траты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cs typeface="Golos Text" panose="020B0604020202020204" charset="0"/>
                        </a:rPr>
                        <a:t>Сохраненная операция</a:t>
                      </a:r>
                      <a:endParaRPr lang="ru-RU" sz="1100" dirty="0">
                        <a:effectLst/>
                        <a:latin typeface="Golos Text" panose="020B0604020202020204" charset="0"/>
                        <a:cs typeface="Golos Text" panose="020B0604020202020204" charset="0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271748803"/>
                  </a:ext>
                </a:extLst>
              </a:tr>
              <a:tr h="675659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Обновить балансы и счета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Сумма личной траты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Сумма перевода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Данные счета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Текущий баланс и состояние счета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Новое значение баланса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ru-RU" sz="1100" b="0" i="0" u="none" strike="noStrike" cap="none" dirty="0">
                        <a:solidFill>
                          <a:srgbClr val="000000"/>
                        </a:solidFill>
                        <a:effectLst/>
                        <a:latin typeface="Golos Text" panose="020B0604020202020204" charset="0"/>
                        <a:ea typeface="+mn-ea"/>
                        <a:cs typeface="Golos Text" panose="020B0604020202020204" charset="0"/>
                        <a:sym typeface="Arial"/>
                      </a:endParaRP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49038597"/>
                  </a:ext>
                </a:extLst>
              </a:tr>
              <a:tr h="561434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Обработать запрос на перевод средств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Решение по переводу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Информация о долге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Данные отправителя запроса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Сумма перевода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Выписка по долгам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Обновленный статус долга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34862674"/>
                  </a:ext>
                </a:extLst>
              </a:tr>
              <a:tr h="395966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Аутентифицировать пользователя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Данные пользователя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Информация о пользователе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015402045"/>
                  </a:ext>
                </a:extLst>
              </a:tr>
              <a:tr h="829463"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Рассчитать долги по чеку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Детали чека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Данные участников операции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Указания по разделению чека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Долги пользователя и должников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Запросы на перевод</a:t>
                      </a:r>
                    </a:p>
                    <a:p>
                      <a:pPr algn="ctr" rtl="0" font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ru-RU" sz="1100" b="0" i="0" u="none" strike="noStrike" cap="none" dirty="0">
                          <a:solidFill>
                            <a:srgbClr val="000000"/>
                          </a:solidFill>
                          <a:effectLst/>
                          <a:latin typeface="Golos Text" panose="020B0604020202020204" charset="0"/>
                          <a:ea typeface="+mn-ea"/>
                          <a:cs typeface="Golos Text" panose="020B0604020202020204" charset="0"/>
                          <a:sym typeface="Arial"/>
                        </a:rPr>
                        <a:t>Временное уведомление о долге</a:t>
                      </a:r>
                    </a:p>
                  </a:txBody>
                  <a:tcPr marL="52613" marR="52613" marT="32941" marB="32941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09874840"/>
                  </a:ext>
                </a:extLst>
              </a:tr>
            </a:tbl>
          </a:graphicData>
        </a:graphic>
      </p:graphicFrame>
      <p:sp>
        <p:nvSpPr>
          <p:cNvPr id="5" name="Google Shape;318;p61">
            <a:extLst>
              <a:ext uri="{FF2B5EF4-FFF2-40B4-BE49-F238E27FC236}">
                <a16:creationId xmlns:a16="http://schemas.microsoft.com/office/drawing/2014/main" id="{199D0E9C-4B92-4EBC-A284-E855E77E48C2}"/>
              </a:ext>
            </a:extLst>
          </p:cNvPr>
          <p:cNvSpPr txBox="1"/>
          <p:nvPr/>
        </p:nvSpPr>
        <p:spPr>
          <a:xfrm>
            <a:off x="8483100" y="4835764"/>
            <a:ext cx="660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8</a:t>
            </a:fld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36186908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1FBFA5D-B149-41AB-96FB-BA0FD4E75F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Декомпозиция процесса А1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80931FDD-F15B-4561-9DC5-D073E37FB49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0540" y="895955"/>
            <a:ext cx="6222919" cy="4127679"/>
          </a:xfrm>
          <a:prstGeom prst="rect">
            <a:avLst/>
          </a:prstGeom>
        </p:spPr>
      </p:pic>
      <p:sp>
        <p:nvSpPr>
          <p:cNvPr id="9" name="Google Shape;318;p61">
            <a:extLst>
              <a:ext uri="{FF2B5EF4-FFF2-40B4-BE49-F238E27FC236}">
                <a16:creationId xmlns:a16="http://schemas.microsoft.com/office/drawing/2014/main" id="{DC870D4A-8376-42E4-BDE8-6711E562BABB}"/>
              </a:ext>
            </a:extLst>
          </p:cNvPr>
          <p:cNvSpPr txBox="1"/>
          <p:nvPr/>
        </p:nvSpPr>
        <p:spPr>
          <a:xfrm>
            <a:off x="8483100" y="4835764"/>
            <a:ext cx="660900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 smtClean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9</a:t>
            </a:fld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/1</a:t>
            </a:r>
            <a:r>
              <a:rPr lang="ru-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</a:t>
            </a:r>
            <a:endParaRPr sz="1100" dirty="0"/>
          </a:p>
        </p:txBody>
      </p:sp>
    </p:spTree>
    <p:extLst>
      <p:ext uri="{BB962C8B-B14F-4D97-AF65-F5344CB8AC3E}">
        <p14:creationId xmlns:p14="http://schemas.microsoft.com/office/powerpoint/2010/main" val="1020985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" name="Google Shape;430;p69"/>
          <p:cNvSpPr txBox="1">
            <a:spLocks noGrp="1"/>
          </p:cNvSpPr>
          <p:nvPr>
            <p:ph type="title"/>
          </p:nvPr>
        </p:nvSpPr>
        <p:spPr>
          <a:xfrm>
            <a:off x="457200" y="306435"/>
            <a:ext cx="6824400" cy="52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Golos Text SemiBold"/>
              <a:buNone/>
            </a:pPr>
            <a:r>
              <a:rPr lang="ru-RU" dirty="0"/>
              <a:t>Выводы</a:t>
            </a:r>
            <a:endParaRPr dirty="0"/>
          </a:p>
        </p:txBody>
      </p:sp>
      <p:sp>
        <p:nvSpPr>
          <p:cNvPr id="431" name="Google Shape;431;p69"/>
          <p:cNvSpPr txBox="1"/>
          <p:nvPr/>
        </p:nvSpPr>
        <p:spPr>
          <a:xfrm>
            <a:off x="8417959" y="4835764"/>
            <a:ext cx="726493" cy="30773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u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10</a:t>
            </a:fld>
            <a:r>
              <a:rPr lang="ru" dirty="0">
                <a:solidFill>
                  <a:schemeClr val="dk1"/>
                </a:solidFill>
                <a:latin typeface="Golos Text"/>
                <a:ea typeface="Golos Text"/>
                <a:cs typeface="Golos Text"/>
                <a:sym typeface="Golos Text"/>
              </a:rPr>
              <a:t>/11</a:t>
            </a:r>
            <a:endParaRPr dirty="0"/>
          </a:p>
        </p:txBody>
      </p:sp>
      <p:pic>
        <p:nvPicPr>
          <p:cNvPr id="433" name="Google Shape;433;p6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9350" y="1145025"/>
            <a:ext cx="747525" cy="384900"/>
          </a:xfrm>
          <a:prstGeom prst="rect">
            <a:avLst/>
          </a:prstGeom>
          <a:noFill/>
          <a:ln>
            <a:noFill/>
          </a:ln>
        </p:spPr>
      </p:pic>
      <p:sp>
        <p:nvSpPr>
          <p:cNvPr id="435" name="Google Shape;435;p69"/>
          <p:cNvSpPr txBox="1"/>
          <p:nvPr/>
        </p:nvSpPr>
        <p:spPr>
          <a:xfrm>
            <a:off x="587112" y="1190745"/>
            <a:ext cx="7221864" cy="33855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Разработана функциональная модель автоматизированной информационной системы «Управление бюджетом и разделение чеков» с использованием методологии DFD-диаграмм.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ru-RU" sz="1600" dirty="0">
              <a:latin typeface="+mn-lt"/>
            </a:endParaRP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>
                <a:latin typeface="+mn-lt"/>
              </a:rPr>
              <a:t>Определено назначение ИС.</a:t>
            </a:r>
          </a:p>
          <a:p>
            <a:pPr marL="285750" lvl="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ru-RU" sz="1600" dirty="0">
              <a:latin typeface="+mn-lt"/>
            </a:endParaRPr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Выделены основные процессы, внешние сущности и информационные потоки между ними, построены контекстная диаграмма нулевого уровня (А-0) и детализированная диаграмма первого уровня (А0), выполнена декомпозиция процесса расчета долгов по чеку.</a:t>
            </a:r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endParaRPr lang="ru-RU" sz="1600" dirty="0"/>
          </a:p>
          <a:p>
            <a:pPr marL="285750" indent="-285750">
              <a:buClr>
                <a:schemeClr val="dk1"/>
              </a:buClr>
              <a:buSzPts val="1800"/>
              <a:buFont typeface="Arial" panose="020B0604020202020204" pitchFamily="34" charset="0"/>
              <a:buChar char="•"/>
            </a:pPr>
            <a:r>
              <a:rPr lang="ru-RU" sz="1600" dirty="0"/>
              <a:t>Составлена матрица списка событий.</a:t>
            </a:r>
            <a:endParaRPr lang="ru-RU" sz="1600" dirty="0">
              <a:cs typeface="Golos Text" panose="020B060402020202020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681E0107-2D0B-4FB3-9E91-747C4619B2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97630" y="1206209"/>
            <a:ext cx="925877" cy="3307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4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6" name="Google Shape;446;p71"/>
          <p:cNvSpPr txBox="1">
            <a:spLocks noGrp="1"/>
          </p:cNvSpPr>
          <p:nvPr>
            <p:ph type="title"/>
          </p:nvPr>
        </p:nvSpPr>
        <p:spPr>
          <a:xfrm>
            <a:off x="606307" y="2159897"/>
            <a:ext cx="8229600" cy="62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400"/>
              <a:buFont typeface="Golos Text SemiBold"/>
              <a:buNone/>
            </a:pPr>
            <a:r>
              <a:rPr lang="ru-RU" sz="4400" dirty="0"/>
              <a:t>Спасибо за внимание!</a:t>
            </a:r>
            <a:endParaRPr sz="4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Тема1">
  <a:themeElements>
    <a:clrScheme name="Другая 1">
      <a:dk1>
        <a:srgbClr val="000000"/>
      </a:dk1>
      <a:lt1>
        <a:srgbClr val="FFFFFF"/>
      </a:lt1>
      <a:dk2>
        <a:srgbClr val="000000"/>
      </a:dk2>
      <a:lt2>
        <a:srgbClr val="F8F8F8"/>
      </a:lt2>
      <a:accent1>
        <a:srgbClr val="EC0B4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1971</TotalTime>
  <Words>346</Words>
  <Application>Microsoft Office PowerPoint</Application>
  <PresentationFormat>Экран (16:9)</PresentationFormat>
  <Paragraphs>96</Paragraphs>
  <Slides>11</Slides>
  <Notes>7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3</vt:i4>
      </vt:variant>
      <vt:variant>
        <vt:lpstr>Заголовки слайдов</vt:lpstr>
      </vt:variant>
      <vt:variant>
        <vt:i4>11</vt:i4>
      </vt:variant>
    </vt:vector>
  </HeadingPairs>
  <TitlesOfParts>
    <vt:vector size="19" baseType="lpstr">
      <vt:lpstr>Golos Text SemiBold</vt:lpstr>
      <vt:lpstr>Arial</vt:lpstr>
      <vt:lpstr>Golos Text Medium</vt:lpstr>
      <vt:lpstr>Golos Text</vt:lpstr>
      <vt:lpstr>Calibri</vt:lpstr>
      <vt:lpstr>Simple Light</vt:lpstr>
      <vt:lpstr>Тема1</vt:lpstr>
      <vt:lpstr>Тема1</vt:lpstr>
      <vt:lpstr>Проектирование информационной системы для управления бюджетом и автоматизации разделения чеков между пользователями</vt:lpstr>
      <vt:lpstr>Цель</vt:lpstr>
      <vt:lpstr>Задачи</vt:lpstr>
      <vt:lpstr>Методы и средства выполнения проекта</vt:lpstr>
      <vt:lpstr>Назначение ИС</vt:lpstr>
      <vt:lpstr>Контекстная диаграмма А-0</vt:lpstr>
      <vt:lpstr>Контекстная диаграмма А0</vt:lpstr>
      <vt:lpstr>Матрица списка событий А0</vt:lpstr>
      <vt:lpstr>Декомпозиция процесса А1</vt:lpstr>
      <vt:lpstr>Выводы</vt:lpstr>
      <vt:lpstr>Спасибо за внимание!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Инструменты и подходы оценки качества персонализированных траекторий обучающихся, формируемых большими языковыми моделями</dc:title>
  <dc:creator>Prizrak</dc:creator>
  <cp:lastModifiedBy>Лиза</cp:lastModifiedBy>
  <cp:revision>41</cp:revision>
  <dcterms:modified xsi:type="dcterms:W3CDTF">2026-10-08T07:58:40Z</dcterms:modified>
</cp:coreProperties>
</file>