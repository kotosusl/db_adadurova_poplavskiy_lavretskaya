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0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1_0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  <p:sldMasterId id="2147483705" r:id="rId2"/>
    <p:sldMasterId id="2147483706" r:id="rId3"/>
  </p:sldMasterIdLst>
  <p:notesMasterIdLst>
    <p:notesMasterId r:id="rId15"/>
  </p:notesMasterIdLst>
  <p:sldIdLst>
    <p:sldId id="256" r:id="rId4"/>
    <p:sldId id="258" r:id="rId5"/>
    <p:sldId id="272" r:id="rId6"/>
    <p:sldId id="273" r:id="rId7"/>
    <p:sldId id="257" r:id="rId8"/>
    <p:sldId id="274" r:id="rId9"/>
    <p:sldId id="275" r:id="rId10"/>
    <p:sldId id="276" r:id="rId11"/>
    <p:sldId id="277" r:id="rId12"/>
    <p:sldId id="265" r:id="rId13"/>
    <p:sldId id="267" r:id="rId14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Golos Text" panose="020B0604020202020204" charset="0"/>
      <p:regular r:id="rId20"/>
      <p:bold r:id="rId21"/>
    </p:embeddedFont>
    <p:embeddedFont>
      <p:font typeface="Golos Text Medium" panose="020B0604020202020204" charset="0"/>
      <p:regular r:id="rId22"/>
      <p:bold r:id="rId23"/>
    </p:embeddedFont>
    <p:embeddedFont>
      <p:font typeface="Golos Text SemiBold" panose="020B0604020202020204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FB5C6D-2809-2948-E76A-67211AF6F4B4}" name="Andrew Novoseltsev" initials="AN" userId="c1f5e06c459220b7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Учетная запись Майкрософт" initials="УзМ" lastIdx="2" clrIdx="0">
    <p:extLst>
      <p:ext uri="{19B8F6BF-5375-455C-9EA6-DF929625EA0E}">
        <p15:presenceInfo xmlns:p15="http://schemas.microsoft.com/office/powerpoint/2012/main" userId="e5aff0ae3b1b16e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3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870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3.fntdata"/><Relationship Id="rId26" Type="http://schemas.openxmlformats.org/officeDocument/2006/relationships/commentAuthors" Target="commentAuthors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6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9.fntdata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40A82C6-2FBD-41CD-B8B8-51516BF2D7CC}" authorId="{C3FB5C6D-2809-2948-E76A-67211AF6F4B4}" created="2026-01-21T08:57:05.72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spMk id="317" creationId="{00000000-0000-0000-0000-000000000000}"/>
      <ac:txMk cp="0" len="358">
        <ac:context len="359" hash="2642402814"/>
      </ac:txMk>
    </ac:txMkLst>
    <p188:pos x="4543425" y="212963"/>
    <p188:txBody>
      <a:bodyPr/>
      <a:lstStyle/>
      <a:p>
        <a:r>
          <a:rPr lang="ru-RU"/>
          <a:t>Если кажется, что много текста, можно сократить до «Сложности в оценке качества генерации LLM” + «Отсутствие эталона и методов для оценки образовательных траекторий». Последний пункт хороший!
</a:t>
        </a:r>
      </a:p>
    </p188:txBody>
  </p188:cm>
  <p188:cm id="{A49C038C-63CF-4DA0-A27A-E0CCCE30692B}" authorId="{C3FB5C6D-2809-2948-E76A-67211AF6F4B4}" created="2026-01-21T08:57:46.42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spMk id="316" creationId="{00000000-0000-0000-0000-000000000000}"/>
      <ac:txMk cp="0" len="24">
        <ac:context len="25" hash="3590685285"/>
      </ac:txMk>
    </ac:txMkLst>
    <p188:pos x="1464129" y="217714"/>
    <p188:txBody>
      <a:bodyPr/>
      <a:lstStyle/>
      <a:p>
        <a:r>
          <a:rPr lang="ru-RU"/>
          <a:t>Разные шрифты на одном слайде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D7CEA8E-B41B-4655-A66B-0B9A73EF4BD1}" authorId="{C3FB5C6D-2809-2948-E76A-67211AF6F4B4}" created="2026-01-21T08:59:28.63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324" creationId="{00000000-0000-0000-0000-000000000000}"/>
      <ac:txMk cp="13" len="153">
        <ac:context len="311" hash="982939651"/>
      </ac:txMk>
    </ac:txMkLst>
    <p188:pos x="7593806" y="216807"/>
    <p188:txBody>
      <a:bodyPr/>
      <a:lstStyle/>
      <a:p>
        <a:r>
          <a:rPr lang="ru-RU"/>
          <a:t>Цель лучше поставить действием «выявить и систематизировать…». Также мы пока вроде бы ничего не разрабатываем - только обзор и вывод делаем ☺️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566491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2a1bef610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g32a1bef610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2a1bef610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652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2a1bef6109_0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1" name="Google Shape;321;g32a1bef6109_0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39528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9649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2a1bef6109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g32a1bef6109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3" name="Google Shape;313;g32a1bef6109_0_3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4327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22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2a1bef6109_0_1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7" name="Google Shape;427;g32a1bef6109_0_1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8" name="Google Shape;428;g32a1bef6109_0_12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7573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2a1bef6109_0_1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g32a1bef6109_0_1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6126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3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3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13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">
  <p:cSld name="Ckfq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body" idx="1"/>
          </p:nvPr>
        </p:nvSpPr>
        <p:spPr>
          <a:xfrm>
            <a:off x="457200" y="1211943"/>
            <a:ext cx="7467600" cy="3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body" idx="1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Пользовательский макет">
  <p:cSld name="9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>
            <a:off x="457201" y="1059322"/>
            <a:ext cx="3897000" cy="173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body" idx="2"/>
          </p:nvPr>
        </p:nvSpPr>
        <p:spPr>
          <a:xfrm>
            <a:off x="457202" y="3105836"/>
            <a:ext cx="3897000" cy="16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body" idx="3"/>
          </p:nvPr>
        </p:nvSpPr>
        <p:spPr>
          <a:xfrm>
            <a:off x="4789714" y="1059322"/>
            <a:ext cx="3632100" cy="36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Пользовательский макет">
  <p:cSld name="5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7617"/>
            </a:avLst>
          </a:prstGeom>
          <a:noFill/>
          <a:ln>
            <a:noFill/>
          </a:ln>
        </p:spPr>
      </p:sp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1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7784"/>
            </a:avLst>
          </a:prstGeom>
          <a:noFill/>
          <a:ln>
            <a:noFill/>
          </a:ln>
        </p:spPr>
      </p:sp>
      <p:sp>
        <p:nvSpPr>
          <p:cNvPr id="92" name="Google Shape;92;p2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1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2"/>
          <p:cNvSpPr txBox="1">
            <a:spLocks noGrp="1"/>
          </p:cNvSpPr>
          <p:nvPr>
            <p:ph type="body" idx="1"/>
          </p:nvPr>
        </p:nvSpPr>
        <p:spPr>
          <a:xfrm>
            <a:off x="3102428" y="943208"/>
            <a:ext cx="5526300" cy="3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22"/>
          <p:cNvSpPr>
            <a:spLocks noGrp="1"/>
          </p:cNvSpPr>
          <p:nvPr>
            <p:ph type="pic" idx="2"/>
          </p:nvPr>
        </p:nvSpPr>
        <p:spPr>
          <a:xfrm>
            <a:off x="457200" y="943208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98" name="Google Shape;98;p22"/>
          <p:cNvSpPr>
            <a:spLocks noGrp="1"/>
          </p:cNvSpPr>
          <p:nvPr>
            <p:ph type="pic" idx="3"/>
          </p:nvPr>
        </p:nvSpPr>
        <p:spPr>
          <a:xfrm>
            <a:off x="457200" y="2935720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3"/>
          <p:cNvSpPr txBox="1">
            <a:spLocks noGrp="1"/>
          </p:cNvSpPr>
          <p:nvPr>
            <p:ph type="body" idx="1"/>
          </p:nvPr>
        </p:nvSpPr>
        <p:spPr>
          <a:xfrm>
            <a:off x="457201" y="2933902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23"/>
          <p:cNvSpPr txBox="1">
            <a:spLocks noGrp="1"/>
          </p:cNvSpPr>
          <p:nvPr>
            <p:ph type="body" idx="2"/>
          </p:nvPr>
        </p:nvSpPr>
        <p:spPr>
          <a:xfrm>
            <a:off x="3209454" y="2933902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23"/>
          <p:cNvSpPr txBox="1">
            <a:spLocks noGrp="1"/>
          </p:cNvSpPr>
          <p:nvPr>
            <p:ph type="body" idx="3"/>
          </p:nvPr>
        </p:nvSpPr>
        <p:spPr>
          <a:xfrm>
            <a:off x="5969804" y="2933902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23"/>
          <p:cNvSpPr txBox="1">
            <a:spLocks noGrp="1"/>
          </p:cNvSpPr>
          <p:nvPr>
            <p:ph type="body" idx="4"/>
          </p:nvPr>
        </p:nvSpPr>
        <p:spPr>
          <a:xfrm>
            <a:off x="457200" y="3287828"/>
            <a:ext cx="2589000" cy="1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04" name="Google Shape;104;p23"/>
          <p:cNvSpPr txBox="1">
            <a:spLocks noGrp="1"/>
          </p:cNvSpPr>
          <p:nvPr>
            <p:ph type="body" idx="5"/>
          </p:nvPr>
        </p:nvSpPr>
        <p:spPr>
          <a:xfrm>
            <a:off x="3207251" y="3299578"/>
            <a:ext cx="2591400" cy="1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05" name="Google Shape;105;p2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body" idx="6"/>
          </p:nvPr>
        </p:nvSpPr>
        <p:spPr>
          <a:xfrm>
            <a:off x="5967600" y="3299578"/>
            <a:ext cx="2591400" cy="1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07" name="Google Shape;107;p23"/>
          <p:cNvSpPr>
            <a:spLocks noGrp="1"/>
          </p:cNvSpPr>
          <p:nvPr>
            <p:ph type="pic" idx="7"/>
          </p:nvPr>
        </p:nvSpPr>
        <p:spPr>
          <a:xfrm>
            <a:off x="469081" y="944463"/>
            <a:ext cx="25770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08" name="Google Shape;108;p23"/>
          <p:cNvSpPr>
            <a:spLocks noGrp="1"/>
          </p:cNvSpPr>
          <p:nvPr>
            <p:ph type="pic" idx="8"/>
          </p:nvPr>
        </p:nvSpPr>
        <p:spPr>
          <a:xfrm>
            <a:off x="3221666" y="944462"/>
            <a:ext cx="2577000" cy="1883100"/>
          </a:xfrm>
          <a:prstGeom prst="roundRect">
            <a:avLst>
              <a:gd name="adj" fmla="val 12905"/>
            </a:avLst>
          </a:prstGeom>
          <a:noFill/>
          <a:ln>
            <a:noFill/>
          </a:ln>
        </p:spPr>
      </p:sp>
      <p:sp>
        <p:nvSpPr>
          <p:cNvPr id="109" name="Google Shape;109;p23"/>
          <p:cNvSpPr>
            <a:spLocks noGrp="1"/>
          </p:cNvSpPr>
          <p:nvPr>
            <p:ph type="pic" idx="9"/>
          </p:nvPr>
        </p:nvSpPr>
        <p:spPr>
          <a:xfrm>
            <a:off x="5980690" y="944463"/>
            <a:ext cx="2577000" cy="1883100"/>
          </a:xfrm>
          <a:prstGeom prst="roundRect">
            <a:avLst>
              <a:gd name="adj" fmla="val 1051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4"/>
          <p:cNvSpPr txBox="1">
            <a:spLocks noGrp="1"/>
          </p:cNvSpPr>
          <p:nvPr>
            <p:ph type="body" idx="1"/>
          </p:nvPr>
        </p:nvSpPr>
        <p:spPr>
          <a:xfrm>
            <a:off x="457201" y="963397"/>
            <a:ext cx="2532600" cy="18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24"/>
          <p:cNvSpPr>
            <a:spLocks noGrp="1"/>
          </p:cNvSpPr>
          <p:nvPr>
            <p:ph type="pic" idx="2"/>
          </p:nvPr>
        </p:nvSpPr>
        <p:spPr>
          <a:xfrm>
            <a:off x="3095171" y="963397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14" name="Google Shape;114;p24"/>
          <p:cNvSpPr>
            <a:spLocks noGrp="1"/>
          </p:cNvSpPr>
          <p:nvPr>
            <p:ph type="pic" idx="3"/>
          </p:nvPr>
        </p:nvSpPr>
        <p:spPr>
          <a:xfrm>
            <a:off x="5733141" y="966928"/>
            <a:ext cx="2532600" cy="1883100"/>
          </a:xfrm>
          <a:prstGeom prst="roundRect">
            <a:avLst>
              <a:gd name="adj" fmla="val 11196"/>
            </a:avLst>
          </a:prstGeom>
          <a:noFill/>
          <a:ln>
            <a:noFill/>
          </a:ln>
        </p:spPr>
      </p:sp>
      <p:sp>
        <p:nvSpPr>
          <p:cNvPr id="115" name="Google Shape;115;p24"/>
          <p:cNvSpPr>
            <a:spLocks noGrp="1"/>
          </p:cNvSpPr>
          <p:nvPr>
            <p:ph type="pic" idx="4"/>
          </p:nvPr>
        </p:nvSpPr>
        <p:spPr>
          <a:xfrm>
            <a:off x="5733141" y="2954042"/>
            <a:ext cx="2532600" cy="1883100"/>
          </a:xfrm>
          <a:prstGeom prst="roundRect">
            <a:avLst>
              <a:gd name="adj" fmla="val 8802"/>
            </a:avLst>
          </a:prstGeom>
          <a:noFill/>
          <a:ln>
            <a:noFill/>
          </a:ln>
        </p:spPr>
      </p:sp>
      <p:sp>
        <p:nvSpPr>
          <p:cNvPr id="116" name="Google Shape;116;p24"/>
          <p:cNvSpPr>
            <a:spLocks noGrp="1"/>
          </p:cNvSpPr>
          <p:nvPr>
            <p:ph type="pic" idx="5"/>
          </p:nvPr>
        </p:nvSpPr>
        <p:spPr>
          <a:xfrm>
            <a:off x="3095171" y="2960314"/>
            <a:ext cx="2532600" cy="1883100"/>
          </a:xfrm>
          <a:prstGeom prst="roundRect">
            <a:avLst>
              <a:gd name="adj" fmla="val 8459"/>
            </a:avLst>
          </a:prstGeom>
          <a:noFill/>
          <a:ln>
            <a:noFill/>
          </a:ln>
        </p:spPr>
      </p:sp>
      <p:sp>
        <p:nvSpPr>
          <p:cNvPr id="117" name="Google Shape;117;p24"/>
          <p:cNvSpPr>
            <a:spLocks noGrp="1"/>
          </p:cNvSpPr>
          <p:nvPr>
            <p:ph type="pic" idx="6"/>
          </p:nvPr>
        </p:nvSpPr>
        <p:spPr>
          <a:xfrm>
            <a:off x="457200" y="2960314"/>
            <a:ext cx="2532600" cy="1883100"/>
          </a:xfrm>
          <a:prstGeom prst="roundRect">
            <a:avLst>
              <a:gd name="adj" fmla="val 10169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5"/>
          <p:cNvSpPr txBox="1">
            <a:spLocks noGrp="1"/>
          </p:cNvSpPr>
          <p:nvPr>
            <p:ph type="body" idx="1"/>
          </p:nvPr>
        </p:nvSpPr>
        <p:spPr>
          <a:xfrm>
            <a:off x="457201" y="2367645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25"/>
          <p:cNvSpPr txBox="1">
            <a:spLocks noGrp="1"/>
          </p:cNvSpPr>
          <p:nvPr>
            <p:ph type="body" idx="2"/>
          </p:nvPr>
        </p:nvSpPr>
        <p:spPr>
          <a:xfrm>
            <a:off x="3275819" y="2367645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25"/>
          <p:cNvSpPr txBox="1">
            <a:spLocks noGrp="1"/>
          </p:cNvSpPr>
          <p:nvPr>
            <p:ph type="body" idx="3"/>
          </p:nvPr>
        </p:nvSpPr>
        <p:spPr>
          <a:xfrm>
            <a:off x="6085706" y="2367645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5"/>
          <p:cNvSpPr>
            <a:spLocks noGrp="1"/>
          </p:cNvSpPr>
          <p:nvPr>
            <p:ph type="pic" idx="4"/>
          </p:nvPr>
        </p:nvSpPr>
        <p:spPr>
          <a:xfrm>
            <a:off x="454050" y="952607"/>
            <a:ext cx="2589300" cy="1304400"/>
          </a:xfrm>
          <a:prstGeom prst="roundRect">
            <a:avLst>
              <a:gd name="adj" fmla="val 9261"/>
            </a:avLst>
          </a:prstGeom>
          <a:noFill/>
          <a:ln>
            <a:noFill/>
          </a:ln>
        </p:spPr>
      </p:sp>
      <p:sp>
        <p:nvSpPr>
          <p:cNvPr id="124" name="Google Shape;124;p25"/>
          <p:cNvSpPr>
            <a:spLocks noGrp="1"/>
          </p:cNvSpPr>
          <p:nvPr>
            <p:ph type="pic" idx="5"/>
          </p:nvPr>
        </p:nvSpPr>
        <p:spPr>
          <a:xfrm>
            <a:off x="3275818" y="952607"/>
            <a:ext cx="2589300" cy="1304400"/>
          </a:xfrm>
          <a:prstGeom prst="roundRect">
            <a:avLst>
              <a:gd name="adj" fmla="val 11730"/>
            </a:avLst>
          </a:prstGeom>
          <a:noFill/>
          <a:ln>
            <a:noFill/>
          </a:ln>
        </p:spPr>
      </p:sp>
      <p:sp>
        <p:nvSpPr>
          <p:cNvPr id="125" name="Google Shape;125;p25"/>
          <p:cNvSpPr>
            <a:spLocks noGrp="1"/>
          </p:cNvSpPr>
          <p:nvPr>
            <p:ph type="pic" idx="6"/>
          </p:nvPr>
        </p:nvSpPr>
        <p:spPr>
          <a:xfrm>
            <a:off x="6089789" y="952607"/>
            <a:ext cx="2589300" cy="1304400"/>
          </a:xfrm>
          <a:prstGeom prst="roundRect">
            <a:avLst>
              <a:gd name="adj" fmla="val 10249"/>
            </a:avLst>
          </a:prstGeom>
          <a:noFill/>
          <a:ln>
            <a:noFill/>
          </a:ln>
        </p:spPr>
      </p:sp>
      <p:sp>
        <p:nvSpPr>
          <p:cNvPr id="126" name="Google Shape;126;p25"/>
          <p:cNvSpPr txBox="1">
            <a:spLocks noGrp="1"/>
          </p:cNvSpPr>
          <p:nvPr>
            <p:ph type="body" idx="7"/>
          </p:nvPr>
        </p:nvSpPr>
        <p:spPr>
          <a:xfrm>
            <a:off x="460352" y="4281396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body" idx="8"/>
          </p:nvPr>
        </p:nvSpPr>
        <p:spPr>
          <a:xfrm>
            <a:off x="3278970" y="4281396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body" idx="9"/>
          </p:nvPr>
        </p:nvSpPr>
        <p:spPr>
          <a:xfrm>
            <a:off x="6088857" y="4281396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25"/>
          <p:cNvSpPr>
            <a:spLocks noGrp="1"/>
          </p:cNvSpPr>
          <p:nvPr>
            <p:ph type="pic" idx="13"/>
          </p:nvPr>
        </p:nvSpPr>
        <p:spPr>
          <a:xfrm>
            <a:off x="457201" y="2866358"/>
            <a:ext cx="2589300" cy="1304400"/>
          </a:xfrm>
          <a:prstGeom prst="roundRect">
            <a:avLst>
              <a:gd name="adj" fmla="val 12224"/>
            </a:avLst>
          </a:prstGeom>
          <a:noFill/>
          <a:ln>
            <a:noFill/>
          </a:ln>
        </p:spPr>
      </p:sp>
      <p:sp>
        <p:nvSpPr>
          <p:cNvPr id="130" name="Google Shape;130;p25"/>
          <p:cNvSpPr>
            <a:spLocks noGrp="1"/>
          </p:cNvSpPr>
          <p:nvPr>
            <p:ph type="pic" idx="14"/>
          </p:nvPr>
        </p:nvSpPr>
        <p:spPr>
          <a:xfrm>
            <a:off x="3278969" y="2866358"/>
            <a:ext cx="2589300" cy="1304400"/>
          </a:xfrm>
          <a:prstGeom prst="roundRect">
            <a:avLst>
              <a:gd name="adj" fmla="val 11236"/>
            </a:avLst>
          </a:prstGeom>
          <a:noFill/>
          <a:ln>
            <a:noFill/>
          </a:ln>
        </p:spPr>
      </p:sp>
      <p:sp>
        <p:nvSpPr>
          <p:cNvPr id="131" name="Google Shape;131;p25"/>
          <p:cNvSpPr>
            <a:spLocks noGrp="1"/>
          </p:cNvSpPr>
          <p:nvPr>
            <p:ph type="pic" idx="15"/>
          </p:nvPr>
        </p:nvSpPr>
        <p:spPr>
          <a:xfrm>
            <a:off x="6092940" y="2866358"/>
            <a:ext cx="2589300" cy="1304400"/>
          </a:xfrm>
          <a:prstGeom prst="roundRect">
            <a:avLst>
              <a:gd name="adj" fmla="val 9755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6"/>
          <p:cNvSpPr txBox="1">
            <a:spLocks noGrp="1"/>
          </p:cNvSpPr>
          <p:nvPr>
            <p:ph type="body" idx="1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льзовательский макет">
  <p:cSld name="Пользовательский макет">
    <p:bg>
      <p:bgPr>
        <a:solidFill>
          <a:srgbClr val="FFFFFF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7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27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27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2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">
  <p:cSld name="6_Пользовательский макет"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8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9"/>
          <p:cNvSpPr txBox="1">
            <a:spLocks noGrp="1"/>
          </p:cNvSpPr>
          <p:nvPr>
            <p:ph type="body" idx="1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2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Пользовательский макет">
  <p:cSld name="3_Пользовательский макет"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30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7952"/>
            </a:avLst>
          </a:prstGeom>
          <a:noFill/>
          <a:ln>
            <a:noFill/>
          </a:ln>
        </p:spPr>
      </p:sp>
      <p:sp>
        <p:nvSpPr>
          <p:cNvPr id="150" name="Google Shape;150;p30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Пользовательский макет">
  <p:cSld name="7_Пользовательский макет"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1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Пользовательский макет">
  <p:cSld name="1_Пользовательский макет">
    <p:bg>
      <p:bgPr>
        <a:solidFill>
          <a:srgbClr val="FFFFF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2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32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7" name="Google Shape;157;p32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32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3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Пользовательский макет">
  <p:cSld name="4_Пользовательский макет">
    <p:bg>
      <p:bgPr>
        <a:solidFill>
          <a:srgbClr val="FFFFFF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33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8957"/>
            </a:avLst>
          </a:prstGeom>
          <a:noFill/>
          <a:ln>
            <a:noFill/>
          </a:ln>
        </p:spPr>
      </p:sp>
      <p:sp>
        <p:nvSpPr>
          <p:cNvPr id="163" name="Google Shape;163;p33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Пользовательский макет">
  <p:cSld name="8_Пользовательский макет"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4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Пользовательский макет">
  <p:cSld name="2_Пользовательский макет"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35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35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35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2" name="Google Shape;172;p35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36"/>
          <p:cNvSpPr txBox="1">
            <a:spLocks noGrp="1"/>
          </p:cNvSpPr>
          <p:nvPr>
            <p:ph type="body" idx="1"/>
          </p:nvPr>
        </p:nvSpPr>
        <p:spPr>
          <a:xfrm>
            <a:off x="5733143" y="949330"/>
            <a:ext cx="2895600" cy="3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36"/>
          <p:cNvSpPr>
            <a:spLocks noGrp="1"/>
          </p:cNvSpPr>
          <p:nvPr>
            <p:ph type="pic" idx="2"/>
          </p:nvPr>
        </p:nvSpPr>
        <p:spPr>
          <a:xfrm>
            <a:off x="457200" y="949329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77" name="Google Shape;177;p36"/>
          <p:cNvSpPr>
            <a:spLocks noGrp="1"/>
          </p:cNvSpPr>
          <p:nvPr>
            <p:ph type="pic" idx="3"/>
          </p:nvPr>
        </p:nvSpPr>
        <p:spPr>
          <a:xfrm>
            <a:off x="3095171" y="949328"/>
            <a:ext cx="2532600" cy="1883100"/>
          </a:xfrm>
          <a:prstGeom prst="roundRect">
            <a:avLst>
              <a:gd name="adj" fmla="val 11879"/>
            </a:avLst>
          </a:prstGeom>
          <a:noFill/>
          <a:ln>
            <a:noFill/>
          </a:ln>
        </p:spPr>
      </p:sp>
      <p:sp>
        <p:nvSpPr>
          <p:cNvPr id="178" name="Google Shape;178;p36"/>
          <p:cNvSpPr>
            <a:spLocks noGrp="1"/>
          </p:cNvSpPr>
          <p:nvPr>
            <p:ph type="pic" idx="4"/>
          </p:nvPr>
        </p:nvSpPr>
        <p:spPr>
          <a:xfrm>
            <a:off x="3095171" y="2962031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79" name="Google Shape;179;p36"/>
          <p:cNvSpPr>
            <a:spLocks noGrp="1"/>
          </p:cNvSpPr>
          <p:nvPr>
            <p:ph type="pic" idx="5"/>
          </p:nvPr>
        </p:nvSpPr>
        <p:spPr>
          <a:xfrm>
            <a:off x="457199" y="2962031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3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38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">
  <p:cSld name="Ckfq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39"/>
          <p:cNvSpPr txBox="1">
            <a:spLocks noGrp="1"/>
          </p:cNvSpPr>
          <p:nvPr>
            <p:ph type="body" idx="1"/>
          </p:nvPr>
        </p:nvSpPr>
        <p:spPr>
          <a:xfrm>
            <a:off x="457200" y="1211943"/>
            <a:ext cx="7467600" cy="3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0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7784"/>
            </a:avLst>
          </a:prstGeom>
          <a:noFill/>
          <a:ln>
            <a:noFill/>
          </a:ln>
        </p:spPr>
      </p:sp>
      <p:sp>
        <p:nvSpPr>
          <p:cNvPr id="197" name="Google Shape;197;p4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40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1"/>
          <p:cNvSpPr txBox="1">
            <a:spLocks noGrp="1"/>
          </p:cNvSpPr>
          <p:nvPr>
            <p:ph type="body" idx="1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4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льзовательский макет">
  <p:cSld name="Пользовательский макет">
    <p:bg>
      <p:bgPr>
        <a:solidFill>
          <a:srgbClr val="FFFFF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2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42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42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6" name="Google Shape;206;p42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4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">
  <p:cSld name="6_Пользовательский макет"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3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4"/>
          <p:cNvSpPr txBox="1">
            <a:spLocks noGrp="1"/>
          </p:cNvSpPr>
          <p:nvPr>
            <p:ph type="body" idx="1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4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5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45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7" name="Google Shape;217;p4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5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9" name="Google Shape;219;p45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Пользовательский макет">
  <p:cSld name="3_Пользовательский макет">
    <p:bg>
      <p:bgPr>
        <a:solidFill>
          <a:srgbClr val="FFFFFF"/>
        </a:solidFill>
        <a:effectLst/>
      </p:bgPr>
    </p:bg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46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7952"/>
            </a:avLst>
          </a:prstGeom>
          <a:noFill/>
          <a:ln>
            <a:noFill/>
          </a:ln>
        </p:spPr>
      </p:sp>
      <p:sp>
        <p:nvSpPr>
          <p:cNvPr id="223" name="Google Shape;223;p46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Пользовательский макет">
  <p:cSld name="7_Пользовательский макет"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47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8"/>
          <p:cNvSpPr txBox="1">
            <a:spLocks noGrp="1"/>
          </p:cNvSpPr>
          <p:nvPr>
            <p:ph type="body" idx="1"/>
          </p:nvPr>
        </p:nvSpPr>
        <p:spPr>
          <a:xfrm>
            <a:off x="624113" y="1233715"/>
            <a:ext cx="7170000" cy="3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olos Text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Пользовательский макет">
  <p:cSld name="1_Пользовательский макет">
    <p:bg>
      <p:bgPr>
        <a:solidFill>
          <a:srgbClr val="FFFFFF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p49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3" name="Google Shape;233;p49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4" name="Google Shape;234;p49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5" name="Google Shape;235;p4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Пользовательский макет">
  <p:cSld name="4_Пользовательский макет">
    <p:bg>
      <p:bgPr>
        <a:solidFill>
          <a:srgbClr val="FFFFFF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5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50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8957"/>
            </a:avLst>
          </a:prstGeom>
          <a:noFill/>
          <a:ln>
            <a:noFill/>
          </a:ln>
        </p:spPr>
      </p:sp>
      <p:sp>
        <p:nvSpPr>
          <p:cNvPr id="239" name="Google Shape;239;p50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Пользовательский макет">
  <p:cSld name="8_Пользовательский макет"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5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51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Пользовательский макет">
  <p:cSld name="2_Пользовательский макет">
    <p:bg>
      <p:bgPr>
        <a:solidFill>
          <a:srgbClr val="FFFFFF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52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6" name="Google Shape;246;p52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52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700" cy="1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52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10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Пользовательский макет">
  <p:cSld name="5_Пользовательский макет">
    <p:bg>
      <p:bgPr>
        <a:solidFill>
          <a:srgbClr val="FFFFFF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53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600" cy="3842100"/>
          </a:xfrm>
          <a:prstGeom prst="roundRect">
            <a:avLst>
              <a:gd name="adj" fmla="val 7617"/>
            </a:avLst>
          </a:prstGeom>
          <a:noFill/>
          <a:ln>
            <a:noFill/>
          </a:ln>
        </p:spPr>
      </p:sp>
      <p:sp>
        <p:nvSpPr>
          <p:cNvPr id="251" name="Google Shape;251;p5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olos Text SemiBold"/>
              <a:buNone/>
              <a:defRPr sz="3200">
                <a:solidFill>
                  <a:schemeClr val="lt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2" name="Google Shape;252;p53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600" cy="34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5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54"/>
          <p:cNvSpPr txBox="1">
            <a:spLocks noGrp="1"/>
          </p:cNvSpPr>
          <p:nvPr>
            <p:ph type="body" idx="1"/>
          </p:nvPr>
        </p:nvSpPr>
        <p:spPr>
          <a:xfrm>
            <a:off x="3102428" y="943208"/>
            <a:ext cx="5526300" cy="3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6" name="Google Shape;256;p54"/>
          <p:cNvSpPr>
            <a:spLocks noGrp="1"/>
          </p:cNvSpPr>
          <p:nvPr>
            <p:ph type="pic" idx="2"/>
          </p:nvPr>
        </p:nvSpPr>
        <p:spPr>
          <a:xfrm>
            <a:off x="457200" y="943208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257" name="Google Shape;257;p54"/>
          <p:cNvSpPr>
            <a:spLocks noGrp="1"/>
          </p:cNvSpPr>
          <p:nvPr>
            <p:ph type="pic" idx="3"/>
          </p:nvPr>
        </p:nvSpPr>
        <p:spPr>
          <a:xfrm>
            <a:off x="457200" y="2935720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Пользовательский макет">
  <p:cSld name="9_Пользовательский макет">
    <p:bg>
      <p:bgPr>
        <a:solidFill>
          <a:srgbClr val="FFFFFF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5"/>
          <p:cNvSpPr txBox="1">
            <a:spLocks noGrp="1"/>
          </p:cNvSpPr>
          <p:nvPr>
            <p:ph type="body" idx="1"/>
          </p:nvPr>
        </p:nvSpPr>
        <p:spPr>
          <a:xfrm>
            <a:off x="457201" y="1059322"/>
            <a:ext cx="3897000" cy="173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0" name="Google Shape;260;p55"/>
          <p:cNvSpPr txBox="1">
            <a:spLocks noGrp="1"/>
          </p:cNvSpPr>
          <p:nvPr>
            <p:ph type="body" idx="2"/>
          </p:nvPr>
        </p:nvSpPr>
        <p:spPr>
          <a:xfrm>
            <a:off x="457202" y="3105836"/>
            <a:ext cx="3897000" cy="16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1" name="Google Shape;261;p55"/>
          <p:cNvSpPr txBox="1">
            <a:spLocks noGrp="1"/>
          </p:cNvSpPr>
          <p:nvPr>
            <p:ph type="body" idx="3"/>
          </p:nvPr>
        </p:nvSpPr>
        <p:spPr>
          <a:xfrm>
            <a:off x="4789714" y="1059322"/>
            <a:ext cx="3632100" cy="36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2" name="Google Shape;262;p5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6"/>
          <p:cNvSpPr txBox="1">
            <a:spLocks noGrp="1"/>
          </p:cNvSpPr>
          <p:nvPr>
            <p:ph type="body" idx="1"/>
          </p:nvPr>
        </p:nvSpPr>
        <p:spPr>
          <a:xfrm>
            <a:off x="457201" y="2933902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5" name="Google Shape;265;p56"/>
          <p:cNvSpPr txBox="1">
            <a:spLocks noGrp="1"/>
          </p:cNvSpPr>
          <p:nvPr>
            <p:ph type="body" idx="2"/>
          </p:nvPr>
        </p:nvSpPr>
        <p:spPr>
          <a:xfrm>
            <a:off x="3209454" y="2933902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6" name="Google Shape;266;p56"/>
          <p:cNvSpPr txBox="1">
            <a:spLocks noGrp="1"/>
          </p:cNvSpPr>
          <p:nvPr>
            <p:ph type="body" idx="3"/>
          </p:nvPr>
        </p:nvSpPr>
        <p:spPr>
          <a:xfrm>
            <a:off x="5969804" y="2933902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7" name="Google Shape;267;p56"/>
          <p:cNvSpPr txBox="1">
            <a:spLocks noGrp="1"/>
          </p:cNvSpPr>
          <p:nvPr>
            <p:ph type="body" idx="4"/>
          </p:nvPr>
        </p:nvSpPr>
        <p:spPr>
          <a:xfrm>
            <a:off x="457200" y="3287828"/>
            <a:ext cx="2589000" cy="1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68" name="Google Shape;268;p56"/>
          <p:cNvSpPr txBox="1">
            <a:spLocks noGrp="1"/>
          </p:cNvSpPr>
          <p:nvPr>
            <p:ph type="body" idx="5"/>
          </p:nvPr>
        </p:nvSpPr>
        <p:spPr>
          <a:xfrm>
            <a:off x="3207251" y="3299578"/>
            <a:ext cx="2591400" cy="1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69" name="Google Shape;269;p5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56"/>
          <p:cNvSpPr txBox="1">
            <a:spLocks noGrp="1"/>
          </p:cNvSpPr>
          <p:nvPr>
            <p:ph type="body" idx="6"/>
          </p:nvPr>
        </p:nvSpPr>
        <p:spPr>
          <a:xfrm>
            <a:off x="5967600" y="3299578"/>
            <a:ext cx="2591400" cy="1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71" name="Google Shape;271;p56"/>
          <p:cNvSpPr>
            <a:spLocks noGrp="1"/>
          </p:cNvSpPr>
          <p:nvPr>
            <p:ph type="pic" idx="7"/>
          </p:nvPr>
        </p:nvSpPr>
        <p:spPr>
          <a:xfrm>
            <a:off x="469081" y="944463"/>
            <a:ext cx="25770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272" name="Google Shape;272;p56"/>
          <p:cNvSpPr>
            <a:spLocks noGrp="1"/>
          </p:cNvSpPr>
          <p:nvPr>
            <p:ph type="pic" idx="8"/>
          </p:nvPr>
        </p:nvSpPr>
        <p:spPr>
          <a:xfrm>
            <a:off x="3221666" y="944462"/>
            <a:ext cx="2577000" cy="1883100"/>
          </a:xfrm>
          <a:prstGeom prst="roundRect">
            <a:avLst>
              <a:gd name="adj" fmla="val 12905"/>
            </a:avLst>
          </a:prstGeom>
          <a:noFill/>
          <a:ln>
            <a:noFill/>
          </a:ln>
        </p:spPr>
      </p:sp>
      <p:sp>
        <p:nvSpPr>
          <p:cNvPr id="273" name="Google Shape;273;p56"/>
          <p:cNvSpPr>
            <a:spLocks noGrp="1"/>
          </p:cNvSpPr>
          <p:nvPr>
            <p:ph type="pic" idx="9"/>
          </p:nvPr>
        </p:nvSpPr>
        <p:spPr>
          <a:xfrm>
            <a:off x="5980690" y="944463"/>
            <a:ext cx="2577000" cy="1883100"/>
          </a:xfrm>
          <a:prstGeom prst="roundRect">
            <a:avLst>
              <a:gd name="adj" fmla="val 1051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5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57"/>
          <p:cNvSpPr txBox="1">
            <a:spLocks noGrp="1"/>
          </p:cNvSpPr>
          <p:nvPr>
            <p:ph type="body" idx="1"/>
          </p:nvPr>
        </p:nvSpPr>
        <p:spPr>
          <a:xfrm>
            <a:off x="5733143" y="949330"/>
            <a:ext cx="2895600" cy="3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7" name="Google Shape;277;p57"/>
          <p:cNvSpPr>
            <a:spLocks noGrp="1"/>
          </p:cNvSpPr>
          <p:nvPr>
            <p:ph type="pic" idx="2"/>
          </p:nvPr>
        </p:nvSpPr>
        <p:spPr>
          <a:xfrm>
            <a:off x="457200" y="949329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278" name="Google Shape;278;p57"/>
          <p:cNvSpPr>
            <a:spLocks noGrp="1"/>
          </p:cNvSpPr>
          <p:nvPr>
            <p:ph type="pic" idx="3"/>
          </p:nvPr>
        </p:nvSpPr>
        <p:spPr>
          <a:xfrm>
            <a:off x="3095171" y="949328"/>
            <a:ext cx="2532600" cy="1883100"/>
          </a:xfrm>
          <a:prstGeom prst="roundRect">
            <a:avLst>
              <a:gd name="adj" fmla="val 11879"/>
            </a:avLst>
          </a:prstGeom>
          <a:noFill/>
          <a:ln>
            <a:noFill/>
          </a:ln>
        </p:spPr>
      </p:sp>
      <p:sp>
        <p:nvSpPr>
          <p:cNvPr id="279" name="Google Shape;279;p57"/>
          <p:cNvSpPr>
            <a:spLocks noGrp="1"/>
          </p:cNvSpPr>
          <p:nvPr>
            <p:ph type="pic" idx="4"/>
          </p:nvPr>
        </p:nvSpPr>
        <p:spPr>
          <a:xfrm>
            <a:off x="3095171" y="2962031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280" name="Google Shape;280;p57"/>
          <p:cNvSpPr>
            <a:spLocks noGrp="1"/>
          </p:cNvSpPr>
          <p:nvPr>
            <p:ph type="pic" idx="5"/>
          </p:nvPr>
        </p:nvSpPr>
        <p:spPr>
          <a:xfrm>
            <a:off x="457199" y="2962031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58"/>
          <p:cNvSpPr txBox="1">
            <a:spLocks noGrp="1"/>
          </p:cNvSpPr>
          <p:nvPr>
            <p:ph type="body" idx="1"/>
          </p:nvPr>
        </p:nvSpPr>
        <p:spPr>
          <a:xfrm>
            <a:off x="457201" y="963397"/>
            <a:ext cx="2532600" cy="18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/>
            </a:lvl1pPr>
            <a:lvl2pPr marL="914400" lvl="1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4" name="Google Shape;284;p58"/>
          <p:cNvSpPr>
            <a:spLocks noGrp="1"/>
          </p:cNvSpPr>
          <p:nvPr>
            <p:ph type="pic" idx="2"/>
          </p:nvPr>
        </p:nvSpPr>
        <p:spPr>
          <a:xfrm>
            <a:off x="3095171" y="963397"/>
            <a:ext cx="2532600" cy="1883100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285" name="Google Shape;285;p58"/>
          <p:cNvSpPr>
            <a:spLocks noGrp="1"/>
          </p:cNvSpPr>
          <p:nvPr>
            <p:ph type="pic" idx="3"/>
          </p:nvPr>
        </p:nvSpPr>
        <p:spPr>
          <a:xfrm>
            <a:off x="5733141" y="966928"/>
            <a:ext cx="2532600" cy="1883100"/>
          </a:xfrm>
          <a:prstGeom prst="roundRect">
            <a:avLst>
              <a:gd name="adj" fmla="val 11196"/>
            </a:avLst>
          </a:prstGeom>
          <a:noFill/>
          <a:ln>
            <a:noFill/>
          </a:ln>
        </p:spPr>
      </p:sp>
      <p:sp>
        <p:nvSpPr>
          <p:cNvPr id="286" name="Google Shape;286;p58"/>
          <p:cNvSpPr>
            <a:spLocks noGrp="1"/>
          </p:cNvSpPr>
          <p:nvPr>
            <p:ph type="pic" idx="4"/>
          </p:nvPr>
        </p:nvSpPr>
        <p:spPr>
          <a:xfrm>
            <a:off x="5733141" y="2954042"/>
            <a:ext cx="2532600" cy="1883100"/>
          </a:xfrm>
          <a:prstGeom prst="roundRect">
            <a:avLst>
              <a:gd name="adj" fmla="val 8802"/>
            </a:avLst>
          </a:prstGeom>
          <a:noFill/>
          <a:ln>
            <a:noFill/>
          </a:ln>
        </p:spPr>
      </p:sp>
      <p:sp>
        <p:nvSpPr>
          <p:cNvPr id="287" name="Google Shape;287;p58"/>
          <p:cNvSpPr>
            <a:spLocks noGrp="1"/>
          </p:cNvSpPr>
          <p:nvPr>
            <p:ph type="pic" idx="5"/>
          </p:nvPr>
        </p:nvSpPr>
        <p:spPr>
          <a:xfrm>
            <a:off x="3095171" y="2960314"/>
            <a:ext cx="2532600" cy="1883100"/>
          </a:xfrm>
          <a:prstGeom prst="roundRect">
            <a:avLst>
              <a:gd name="adj" fmla="val 8459"/>
            </a:avLst>
          </a:prstGeom>
          <a:noFill/>
          <a:ln>
            <a:noFill/>
          </a:ln>
        </p:spPr>
      </p:sp>
      <p:sp>
        <p:nvSpPr>
          <p:cNvPr id="288" name="Google Shape;288;p58"/>
          <p:cNvSpPr>
            <a:spLocks noGrp="1"/>
          </p:cNvSpPr>
          <p:nvPr>
            <p:ph type="pic" idx="6"/>
          </p:nvPr>
        </p:nvSpPr>
        <p:spPr>
          <a:xfrm>
            <a:off x="457200" y="2960314"/>
            <a:ext cx="2532600" cy="1883100"/>
          </a:xfrm>
          <a:prstGeom prst="roundRect">
            <a:avLst>
              <a:gd name="adj" fmla="val 10169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9"/>
          <p:cNvSpPr txBox="1">
            <a:spLocks noGrp="1"/>
          </p:cNvSpPr>
          <p:nvPr>
            <p:ph type="body" idx="1"/>
          </p:nvPr>
        </p:nvSpPr>
        <p:spPr>
          <a:xfrm>
            <a:off x="457201" y="2367645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1" name="Google Shape;291;p59"/>
          <p:cNvSpPr txBox="1">
            <a:spLocks noGrp="1"/>
          </p:cNvSpPr>
          <p:nvPr>
            <p:ph type="body" idx="2"/>
          </p:nvPr>
        </p:nvSpPr>
        <p:spPr>
          <a:xfrm>
            <a:off x="3275819" y="2367645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2" name="Google Shape;292;p59"/>
          <p:cNvSpPr txBox="1">
            <a:spLocks noGrp="1"/>
          </p:cNvSpPr>
          <p:nvPr>
            <p:ph type="body" idx="3"/>
          </p:nvPr>
        </p:nvSpPr>
        <p:spPr>
          <a:xfrm>
            <a:off x="6085706" y="2367645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3" name="Google Shape;293;p5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59"/>
          <p:cNvSpPr>
            <a:spLocks noGrp="1"/>
          </p:cNvSpPr>
          <p:nvPr>
            <p:ph type="pic" idx="4"/>
          </p:nvPr>
        </p:nvSpPr>
        <p:spPr>
          <a:xfrm>
            <a:off x="454050" y="952607"/>
            <a:ext cx="2589300" cy="1304400"/>
          </a:xfrm>
          <a:prstGeom prst="roundRect">
            <a:avLst>
              <a:gd name="adj" fmla="val 9261"/>
            </a:avLst>
          </a:prstGeom>
          <a:noFill/>
          <a:ln>
            <a:noFill/>
          </a:ln>
        </p:spPr>
      </p:sp>
      <p:sp>
        <p:nvSpPr>
          <p:cNvPr id="295" name="Google Shape;295;p59"/>
          <p:cNvSpPr>
            <a:spLocks noGrp="1"/>
          </p:cNvSpPr>
          <p:nvPr>
            <p:ph type="pic" idx="5"/>
          </p:nvPr>
        </p:nvSpPr>
        <p:spPr>
          <a:xfrm>
            <a:off x="3275818" y="952607"/>
            <a:ext cx="2589300" cy="1304400"/>
          </a:xfrm>
          <a:prstGeom prst="roundRect">
            <a:avLst>
              <a:gd name="adj" fmla="val 11730"/>
            </a:avLst>
          </a:prstGeom>
          <a:noFill/>
          <a:ln>
            <a:noFill/>
          </a:ln>
        </p:spPr>
      </p:sp>
      <p:sp>
        <p:nvSpPr>
          <p:cNvPr id="296" name="Google Shape;296;p59"/>
          <p:cNvSpPr>
            <a:spLocks noGrp="1"/>
          </p:cNvSpPr>
          <p:nvPr>
            <p:ph type="pic" idx="6"/>
          </p:nvPr>
        </p:nvSpPr>
        <p:spPr>
          <a:xfrm>
            <a:off x="6089789" y="952607"/>
            <a:ext cx="2589300" cy="1304400"/>
          </a:xfrm>
          <a:prstGeom prst="roundRect">
            <a:avLst>
              <a:gd name="adj" fmla="val 10249"/>
            </a:avLst>
          </a:prstGeom>
          <a:noFill/>
          <a:ln>
            <a:noFill/>
          </a:ln>
        </p:spPr>
      </p:sp>
      <p:sp>
        <p:nvSpPr>
          <p:cNvPr id="297" name="Google Shape;297;p59"/>
          <p:cNvSpPr txBox="1">
            <a:spLocks noGrp="1"/>
          </p:cNvSpPr>
          <p:nvPr>
            <p:ph type="body" idx="7"/>
          </p:nvPr>
        </p:nvSpPr>
        <p:spPr>
          <a:xfrm>
            <a:off x="460352" y="4281396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8" name="Google Shape;298;p59"/>
          <p:cNvSpPr txBox="1">
            <a:spLocks noGrp="1"/>
          </p:cNvSpPr>
          <p:nvPr>
            <p:ph type="body" idx="8"/>
          </p:nvPr>
        </p:nvSpPr>
        <p:spPr>
          <a:xfrm>
            <a:off x="3278970" y="4281396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9" name="Google Shape;299;p59"/>
          <p:cNvSpPr txBox="1">
            <a:spLocks noGrp="1"/>
          </p:cNvSpPr>
          <p:nvPr>
            <p:ph type="body" idx="9"/>
          </p:nvPr>
        </p:nvSpPr>
        <p:spPr>
          <a:xfrm>
            <a:off x="6088857" y="4281396"/>
            <a:ext cx="25893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0" name="Google Shape;300;p59"/>
          <p:cNvSpPr>
            <a:spLocks noGrp="1"/>
          </p:cNvSpPr>
          <p:nvPr>
            <p:ph type="pic" idx="13"/>
          </p:nvPr>
        </p:nvSpPr>
        <p:spPr>
          <a:xfrm>
            <a:off x="457201" y="2866358"/>
            <a:ext cx="2589300" cy="1304400"/>
          </a:xfrm>
          <a:prstGeom prst="roundRect">
            <a:avLst>
              <a:gd name="adj" fmla="val 12224"/>
            </a:avLst>
          </a:prstGeom>
          <a:noFill/>
          <a:ln>
            <a:noFill/>
          </a:ln>
        </p:spPr>
      </p:sp>
      <p:sp>
        <p:nvSpPr>
          <p:cNvPr id="301" name="Google Shape;301;p59"/>
          <p:cNvSpPr>
            <a:spLocks noGrp="1"/>
          </p:cNvSpPr>
          <p:nvPr>
            <p:ph type="pic" idx="14"/>
          </p:nvPr>
        </p:nvSpPr>
        <p:spPr>
          <a:xfrm>
            <a:off x="3278969" y="2866358"/>
            <a:ext cx="2589300" cy="1304400"/>
          </a:xfrm>
          <a:prstGeom prst="roundRect">
            <a:avLst>
              <a:gd name="adj" fmla="val 11236"/>
            </a:avLst>
          </a:prstGeom>
          <a:noFill/>
          <a:ln>
            <a:noFill/>
          </a:ln>
        </p:spPr>
      </p:sp>
      <p:sp>
        <p:nvSpPr>
          <p:cNvPr id="302" name="Google Shape;302;p59"/>
          <p:cNvSpPr>
            <a:spLocks noGrp="1"/>
          </p:cNvSpPr>
          <p:nvPr>
            <p:ph type="pic" idx="15"/>
          </p:nvPr>
        </p:nvSpPr>
        <p:spPr>
          <a:xfrm>
            <a:off x="6092940" y="2866358"/>
            <a:ext cx="2589300" cy="1304400"/>
          </a:xfrm>
          <a:prstGeom prst="roundRect">
            <a:avLst>
              <a:gd name="adj" fmla="val 9755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55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2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23" Type="http://schemas.openxmlformats.org/officeDocument/2006/relationships/theme" Target="../theme/theme3.xml"/><Relationship Id="rId10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53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457200" y="1121912"/>
            <a:ext cx="8229600" cy="28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marR="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marR="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marR="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marR="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4"/>
          <p:cNvSpPr txBox="1"/>
          <p:nvPr/>
        </p:nvSpPr>
        <p:spPr>
          <a:xfrm>
            <a:off x="-865051" y="4134125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4"/>
          <p:cNvSpPr txBox="1"/>
          <p:nvPr/>
        </p:nvSpPr>
        <p:spPr>
          <a:xfrm>
            <a:off x="-865051" y="4134125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7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2" name="Google Shape;182;p37"/>
          <p:cNvSpPr txBox="1">
            <a:spLocks noGrp="1"/>
          </p:cNvSpPr>
          <p:nvPr>
            <p:ph type="body" idx="1"/>
          </p:nvPr>
        </p:nvSpPr>
        <p:spPr>
          <a:xfrm>
            <a:off x="457200" y="1121912"/>
            <a:ext cx="8229600" cy="28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marR="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marR="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marR="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marR="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3" name="Google Shape;183;p37"/>
          <p:cNvSpPr txBox="1"/>
          <p:nvPr/>
        </p:nvSpPr>
        <p:spPr>
          <a:xfrm>
            <a:off x="-865051" y="4134125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7"/>
          <p:cNvSpPr txBox="1"/>
          <p:nvPr/>
        </p:nvSpPr>
        <p:spPr>
          <a:xfrm>
            <a:off x="-865051" y="4134125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  <p:sldLayoutId id="2147483700" r:id="rId19"/>
    <p:sldLayoutId id="2147483701" r:id="rId20"/>
    <p:sldLayoutId id="2147483702" r:id="rId21"/>
    <p:sldLayoutId id="2147483703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0"/>
          <p:cNvSpPr txBox="1">
            <a:spLocks noGrp="1"/>
          </p:cNvSpPr>
          <p:nvPr>
            <p:ph type="title"/>
          </p:nvPr>
        </p:nvSpPr>
        <p:spPr>
          <a:xfrm>
            <a:off x="406486" y="1372520"/>
            <a:ext cx="8331027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SzPct val="100000"/>
            </a:pPr>
            <a:r>
              <a:rPr lang="ru-RU" sz="2800" b="1" dirty="0">
                <a:solidFill>
                  <a:schemeClr val="bg1"/>
                </a:solidFill>
              </a:rPr>
              <a:t>Проектирование информационной системы для управления бюджетом и автоматизации разделения чеков между пользователями</a:t>
            </a:r>
            <a:endParaRPr sz="2800" dirty="0">
              <a:solidFill>
                <a:schemeClr val="bg1"/>
              </a:solidFill>
            </a:endParaRPr>
          </a:p>
        </p:txBody>
      </p:sp>
      <p:sp>
        <p:nvSpPr>
          <p:cNvPr id="309" name="Google Shape;309;p60"/>
          <p:cNvSpPr txBox="1"/>
          <p:nvPr/>
        </p:nvSpPr>
        <p:spPr>
          <a:xfrm>
            <a:off x="5135991" y="3498635"/>
            <a:ext cx="4078091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Авторы (поток 1.2):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 err="1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Ададурова</a:t>
            </a:r>
            <a: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 Александра Ильинична </a:t>
            </a:r>
            <a:r>
              <a:rPr lang="en-US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K3239</a:t>
            </a:r>
            <a:endParaRPr lang="ru-RU" sz="1200" dirty="0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Golos Text Medium"/>
                <a:cs typeface="Golos Text Medium"/>
                <a:sym typeface="Golos Text Medium"/>
              </a:rPr>
              <a:t>Лав</a:t>
            </a:r>
            <a: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рецкая Елизавета Романовна </a:t>
            </a:r>
            <a:r>
              <a:rPr lang="en-US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K3240</a:t>
            </a:r>
            <a:endParaRPr lang="ru-RU" sz="1200" dirty="0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Поплавский Александр Леонидович</a:t>
            </a:r>
            <a:r>
              <a:rPr lang="en-US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 K3240</a:t>
            </a:r>
            <a:b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</a:br>
            <a:b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</a:br>
            <a: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Преподаватель: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Golos Text Medium"/>
                <a:ea typeface="Golos Text Medium"/>
                <a:cs typeface="Golos Text Medium"/>
                <a:sym typeface="Golos Text Medium"/>
              </a:rPr>
              <a:t>Говорова Марина Михайловна</a:t>
            </a:r>
            <a:endParaRPr sz="1200" dirty="0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F12E6A-691C-49DA-92F9-EBED35DD6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94" y="360134"/>
            <a:ext cx="1591528" cy="8608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9C7D07-91F1-4D55-8FAC-F0C76D7E5B3B}"/>
              </a:ext>
            </a:extLst>
          </p:cNvPr>
          <p:cNvSpPr txBox="1"/>
          <p:nvPr/>
        </p:nvSpPr>
        <p:spPr>
          <a:xfrm>
            <a:off x="2327634" y="2851055"/>
            <a:ext cx="44887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lt1"/>
                </a:solidFill>
                <a:latin typeface="Golos Text Medium"/>
                <a:cs typeface="Golos Text Medium"/>
              </a:rPr>
              <a:t>Дисциплина: Проектирование и реализация баз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olos Text SemiBold"/>
              <a:buNone/>
            </a:pPr>
            <a:r>
              <a:rPr lang="ru" dirty="0"/>
              <a:t>Цел</a:t>
            </a:r>
            <a:r>
              <a:rPr lang="ru-RU" dirty="0"/>
              <a:t>ь</a:t>
            </a:r>
            <a:endParaRPr dirty="0"/>
          </a:p>
        </p:txBody>
      </p:sp>
      <p:sp>
        <p:nvSpPr>
          <p:cNvPr id="324" name="Google Shape;324;p62"/>
          <p:cNvSpPr txBox="1"/>
          <p:nvPr/>
        </p:nvSpPr>
        <p:spPr>
          <a:xfrm>
            <a:off x="457200" y="2209244"/>
            <a:ext cx="8285400" cy="1418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5000"/>
              </a:lnSpc>
            </a:pPr>
            <a:r>
              <a:rPr lang="ru-RU" sz="2400" dirty="0">
                <a:latin typeface="Golos Text" panose="020B0604020202020204" charset="0"/>
                <a:cs typeface="Golos Text" panose="020B0604020202020204" charset="0"/>
              </a:rPr>
              <a:t>Разработать функциональную модель АИС «Управление бюджетом и разделение чеков» средствами DFD-диаграммы.</a:t>
            </a:r>
            <a:endParaRPr sz="2000" dirty="0">
              <a:solidFill>
                <a:srgbClr val="000000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2000" dirty="0">
              <a:solidFill>
                <a:srgbClr val="000000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8541249" y="4835723"/>
            <a:ext cx="6027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2/1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lang="ru" sz="11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9B619F-CAEB-4047-A96A-C2784E5B55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6723" y="1190760"/>
            <a:ext cx="925877" cy="33078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803654-C093-4756-AD77-AF5A535D3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8CCBD3B-FE84-40F5-8BDB-01378C3B6C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485595"/>
            <a:ext cx="7467600" cy="2852799"/>
          </a:xfrm>
        </p:spPr>
        <p:txBody>
          <a:bodyPr/>
          <a:lstStyle/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Определить назначение ИС.</a:t>
            </a:r>
          </a:p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Выделить основной процесс и внешние сущности по отношению к нему.</a:t>
            </a:r>
          </a:p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Выделить потоки для внешних сущностей по отношению к основному событию.</a:t>
            </a:r>
          </a:p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Составить контекстную диаграмму нулевого уровня (уровень А-0).</a:t>
            </a:r>
          </a:p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Проанализировать события, определить связи по потокам данных между сущностями, событиями, накопителями данных. Составить матрицу списка событий в виде таблицы.</a:t>
            </a:r>
          </a:p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Составить детализированную контекстную диаграмму (уровень А0).</a:t>
            </a:r>
          </a:p>
          <a:p>
            <a:pPr marL="571500" indent="-342900" fontAlgn="base">
              <a:buFont typeface="+mj-lt"/>
              <a:buAutoNum type="arabicPeriod"/>
            </a:pPr>
            <a:r>
              <a:rPr lang="ru-RU" dirty="0"/>
              <a:t>Детализировать 1 процесс с уровня А0.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8874D3-9E15-4459-BB06-220A8CE2C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7630" y="1206209"/>
            <a:ext cx="925877" cy="33078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FDAC6DF-E8CD-466C-8C5F-74028204BB7A}"/>
              </a:ext>
            </a:extLst>
          </p:cNvPr>
          <p:cNvSpPr/>
          <p:nvPr/>
        </p:nvSpPr>
        <p:spPr>
          <a:xfrm>
            <a:off x="8537825" y="4835723"/>
            <a:ext cx="60777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3/1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lang="ru" sz="1100" dirty="0"/>
          </a:p>
        </p:txBody>
      </p:sp>
    </p:spTree>
    <p:extLst>
      <p:ext uri="{BB962C8B-B14F-4D97-AF65-F5344CB8AC3E}">
        <p14:creationId xmlns:p14="http://schemas.microsoft.com/office/powerpoint/2010/main" val="3122975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5CC793-E8AB-42F2-874A-2DD6C1C31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6577673" cy="527400"/>
          </a:xfrm>
        </p:spPr>
        <p:txBody>
          <a:bodyPr>
            <a:noAutofit/>
          </a:bodyPr>
          <a:lstStyle/>
          <a:p>
            <a:r>
              <a:rPr lang="ru-RU" sz="2400" dirty="0"/>
              <a:t>Методы и средства выполнения проекта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6A8F35-C673-4146-91DD-427A8F32C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Методы: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структурный анализ предметной области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методология и нотация </a:t>
            </a:r>
            <a:r>
              <a:rPr lang="en-US" dirty="0"/>
              <a:t>DFD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составление матрицы списка событий</a:t>
            </a:r>
            <a:endParaRPr lang="en-US" dirty="0"/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иерархическая декомпозиция процессов</a:t>
            </a:r>
            <a:endParaRPr lang="en-US" dirty="0"/>
          </a:p>
          <a:p>
            <a:pPr marL="5143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28600" indent="0"/>
            <a:r>
              <a:rPr lang="en-US" dirty="0"/>
              <a:t>CASE-</a:t>
            </a:r>
            <a:r>
              <a:rPr lang="ru-RU" dirty="0"/>
              <a:t>средства: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dirty="0"/>
              <a:t>Ramus</a:t>
            </a:r>
            <a:endParaRPr lang="ru-RU" dirty="0"/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dirty="0"/>
              <a:t>MS Power Point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E47DC3-96DA-4D68-A678-06968A4E6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630" y="1206209"/>
            <a:ext cx="925877" cy="33078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F6040E8-981E-43DD-BF26-0A5BFB0FE6CE}"/>
              </a:ext>
            </a:extLst>
          </p:cNvPr>
          <p:cNvSpPr/>
          <p:nvPr/>
        </p:nvSpPr>
        <p:spPr>
          <a:xfrm>
            <a:off x="8527552" y="4835723"/>
            <a:ext cx="62125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4/1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lang="ru" sz="1100" dirty="0"/>
          </a:p>
        </p:txBody>
      </p:sp>
    </p:spTree>
    <p:extLst>
      <p:ext uri="{BB962C8B-B14F-4D97-AF65-F5344CB8AC3E}">
        <p14:creationId xmlns:p14="http://schemas.microsoft.com/office/powerpoint/2010/main" val="1648868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olos Text SemiBold"/>
              <a:buNone/>
            </a:pPr>
            <a:r>
              <a:rPr lang="ru-RU" dirty="0"/>
              <a:t>Назначение ИС</a:t>
            </a:r>
            <a:endParaRPr dirty="0"/>
          </a:p>
        </p:txBody>
      </p:sp>
      <p:sp>
        <p:nvSpPr>
          <p:cNvPr id="316" name="Google Shape;316;p61"/>
          <p:cNvSpPr txBox="1">
            <a:spLocks noGrp="1"/>
          </p:cNvSpPr>
          <p:nvPr>
            <p:ph type="body" idx="1"/>
          </p:nvPr>
        </p:nvSpPr>
        <p:spPr>
          <a:xfrm>
            <a:off x="420492" y="1735887"/>
            <a:ext cx="3977974" cy="2068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  <a:scene3d>
              <a:camera prst="orthographicFront">
                <a:rot lat="0" lon="21599969" rev="0"/>
              </a:camera>
              <a:lightRig rig="threePt" dir="t"/>
            </a:scene3d>
          </a:bodyPr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Учёт операций 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Разделение чеков 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Управление балансами и счетами 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Планирование бюджета 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Отчётность 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ru-RU" dirty="0"/>
              <a:t>Обработка переводов </a:t>
            </a:r>
            <a:endParaRPr dirty="0"/>
          </a:p>
        </p:txBody>
      </p:sp>
      <p:sp>
        <p:nvSpPr>
          <p:cNvPr id="318" name="Google Shape;318;p61"/>
          <p:cNvSpPr txBox="1"/>
          <p:nvPr/>
        </p:nvSpPr>
        <p:spPr>
          <a:xfrm>
            <a:off x="8483100" y="4835764"/>
            <a:ext cx="66090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5</a:t>
            </a:fld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sz="11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71BE8002-879B-409F-B8D8-0F98E8739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4942" y="1371599"/>
            <a:ext cx="4538566" cy="2974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0C3B6F5-0978-466D-8276-CF644E8741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630" y="1206209"/>
            <a:ext cx="925877" cy="33078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96A26F-88CA-4F84-BE8D-32E9C8108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9714"/>
            <a:ext cx="6824400" cy="527400"/>
          </a:xfrm>
        </p:spPr>
        <p:txBody>
          <a:bodyPr>
            <a:normAutofit fontScale="90000"/>
          </a:bodyPr>
          <a:lstStyle/>
          <a:p>
            <a:r>
              <a:rPr lang="ru-RU" dirty="0"/>
              <a:t>Контекстная диаграмма А-0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E2BA497-73D7-4F7C-9A13-51B8A1AE7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575" y="914406"/>
            <a:ext cx="6173642" cy="4119555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3A4FA5C-C54D-4887-8380-6CB5F9C210A3}"/>
              </a:ext>
            </a:extLst>
          </p:cNvPr>
          <p:cNvSpPr/>
          <p:nvPr/>
        </p:nvSpPr>
        <p:spPr>
          <a:xfrm>
            <a:off x="8500154" y="4835723"/>
            <a:ext cx="64865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6/1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lang="ru" sz="1100" dirty="0"/>
          </a:p>
        </p:txBody>
      </p:sp>
    </p:spTree>
    <p:extLst>
      <p:ext uri="{BB962C8B-B14F-4D97-AF65-F5344CB8AC3E}">
        <p14:creationId xmlns:p14="http://schemas.microsoft.com/office/powerpoint/2010/main" val="4074162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B13BDED-E501-4FAB-8A74-3233B33BF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Контекстная диаграмма А0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6F28262-896D-465E-9EB1-6E0ABCB4E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496" y="1002476"/>
            <a:ext cx="6053007" cy="4007699"/>
          </a:xfrm>
          <a:prstGeom prst="rect">
            <a:avLst/>
          </a:prstGeom>
        </p:spPr>
      </p:pic>
      <p:sp>
        <p:nvSpPr>
          <p:cNvPr id="2" name="AutoShape 2" descr="blob:https://web.telegram.org/b688f256-5148-48f0-9aca-686e993234c2">
            <a:extLst>
              <a:ext uri="{FF2B5EF4-FFF2-40B4-BE49-F238E27FC236}">
                <a16:creationId xmlns:a16="http://schemas.microsoft.com/office/drawing/2014/main" id="{3B1331BE-3BAF-41A9-8091-D5344C7072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Google Shape;318;p61">
            <a:extLst>
              <a:ext uri="{FF2B5EF4-FFF2-40B4-BE49-F238E27FC236}">
                <a16:creationId xmlns:a16="http://schemas.microsoft.com/office/drawing/2014/main" id="{3A0B2053-B7F7-4A74-A5BC-641D5261F911}"/>
              </a:ext>
            </a:extLst>
          </p:cNvPr>
          <p:cNvSpPr txBox="1"/>
          <p:nvPr/>
        </p:nvSpPr>
        <p:spPr>
          <a:xfrm>
            <a:off x="8531046" y="4835764"/>
            <a:ext cx="66090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7</a:t>
            </a:fld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543587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D3157D-DA60-423B-A1D9-4658E950A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7630" y="1206209"/>
            <a:ext cx="925877" cy="33078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39C415-E1C7-4036-8966-14A7483C4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Матрица списка событий А0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6C85EFF0-26C0-45D5-A2EE-FAEEA0F764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0933"/>
              </p:ext>
            </p:extLst>
          </p:nvPr>
        </p:nvGraphicFramePr>
        <p:xfrm>
          <a:off x="420493" y="1068965"/>
          <a:ext cx="8303014" cy="3644131"/>
        </p:xfrm>
        <a:graphic>
          <a:graphicData uri="http://schemas.openxmlformats.org/drawingml/2006/table">
            <a:tbl>
              <a:tblPr/>
              <a:tblGrid>
                <a:gridCol w="3544801">
                  <a:extLst>
                    <a:ext uri="{9D8B030D-6E8A-4147-A177-3AD203B41FA5}">
                      <a16:colId xmlns:a16="http://schemas.microsoft.com/office/drawing/2014/main" val="2034000774"/>
                    </a:ext>
                  </a:extLst>
                </a:gridCol>
                <a:gridCol w="2494997">
                  <a:extLst>
                    <a:ext uri="{9D8B030D-6E8A-4147-A177-3AD203B41FA5}">
                      <a16:colId xmlns:a16="http://schemas.microsoft.com/office/drawing/2014/main" val="76519941"/>
                    </a:ext>
                  </a:extLst>
                </a:gridCol>
                <a:gridCol w="2263216">
                  <a:extLst>
                    <a:ext uri="{9D8B030D-6E8A-4147-A177-3AD203B41FA5}">
                      <a16:colId xmlns:a16="http://schemas.microsoft.com/office/drawing/2014/main" val="3930478618"/>
                    </a:ext>
                  </a:extLst>
                </a:gridCol>
              </a:tblGrid>
              <a:tr h="244189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Название процесса</a:t>
                      </a:r>
                      <a:endParaRPr lang="ru-RU" sz="1100" dirty="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Входные потоки</a:t>
                      </a:r>
                      <a:endParaRPr lang="ru-RU" sz="110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Выходные потоки</a:t>
                      </a:r>
                      <a:endParaRPr lang="ru-RU" sz="1100" dirty="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2396804"/>
                  </a:ext>
                </a:extLst>
              </a:tr>
              <a:tr h="361521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Спланировать бюджет</a:t>
                      </a:r>
                      <a:endParaRPr lang="ru-RU" sz="1100" dirty="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Настройки лимитов и целей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Текущие лимиты и цели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Суммы трат по категориям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Отчеты по бюджету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Установленные лимиты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503673"/>
                  </a:ext>
                </a:extLst>
              </a:tr>
              <a:tr h="68287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Обработать операцию</a:t>
                      </a:r>
                      <a:endParaRPr lang="ru-RU" sz="1100" dirty="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Журнал операций</a:t>
                      </a:r>
                      <a:endParaRPr lang="ru-RU" sz="1100" dirty="0">
                        <a:effectLst/>
                      </a:endParaRP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Данные прошлых операций</a:t>
                      </a:r>
                      <a:endParaRPr lang="ru-RU" sz="1100" dirty="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Данные об операции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Сумма личной траты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Сохраненная операция</a:t>
                      </a:r>
                      <a:endParaRPr lang="ru-RU" sz="1100" dirty="0">
                        <a:effectLst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748803"/>
                  </a:ext>
                </a:extLst>
              </a:tr>
              <a:tr h="441860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Обновить балансы и счета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Сумма личной траты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Сумма перевода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Данные счета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Текущий баланс и состояние счета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Новое значение баланса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100" b="0" i="0" u="none" strike="noStrike" cap="non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038597"/>
                  </a:ext>
                </a:extLst>
              </a:tr>
              <a:tr h="441860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Обработать запрос на перевод средств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Решение по переводу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Информация о долге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Данные отправителя запроса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Сумма перевода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Выписка по долгам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Обновленный статус долга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862674"/>
                  </a:ext>
                </a:extLst>
              </a:tr>
              <a:tr h="441860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Аутентифицировать пользователя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Данные пользователя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Информация о пользователе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5402045"/>
                  </a:ext>
                </a:extLst>
              </a:tr>
              <a:tr h="441860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Рассчитать долги по чеку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Детали чека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Данные участников операции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Указания по разделению чека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Долги пользователя и должников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Запросы на перевод</a:t>
                      </a:r>
                    </a:p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  <a:sym typeface="Arial"/>
                        </a:rPr>
                        <a:t>Временное уведомление о долге</a:t>
                      </a:r>
                    </a:p>
                  </a:txBody>
                  <a:tcPr marL="52613" marR="52613" marT="32941" marB="32941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9874840"/>
                  </a:ext>
                </a:extLst>
              </a:tr>
            </a:tbl>
          </a:graphicData>
        </a:graphic>
      </p:graphicFrame>
      <p:sp>
        <p:nvSpPr>
          <p:cNvPr id="5" name="Google Shape;318;p61">
            <a:extLst>
              <a:ext uri="{FF2B5EF4-FFF2-40B4-BE49-F238E27FC236}">
                <a16:creationId xmlns:a16="http://schemas.microsoft.com/office/drawing/2014/main" id="{199D0E9C-4B92-4EBC-A284-E855E77E48C2}"/>
              </a:ext>
            </a:extLst>
          </p:cNvPr>
          <p:cNvSpPr txBox="1"/>
          <p:nvPr/>
        </p:nvSpPr>
        <p:spPr>
          <a:xfrm>
            <a:off x="8483100" y="4835764"/>
            <a:ext cx="66090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8</a:t>
            </a:fld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361869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FBFA5D-B149-41AB-96FB-BA0FD4E75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Декомпозиция процесса А6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931FDD-F15B-4561-9DC5-D073E37FB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40" y="895955"/>
            <a:ext cx="6222919" cy="4127679"/>
          </a:xfrm>
          <a:prstGeom prst="rect">
            <a:avLst/>
          </a:prstGeom>
        </p:spPr>
      </p:pic>
      <p:sp>
        <p:nvSpPr>
          <p:cNvPr id="9" name="Google Shape;318;p61">
            <a:extLst>
              <a:ext uri="{FF2B5EF4-FFF2-40B4-BE49-F238E27FC236}">
                <a16:creationId xmlns:a16="http://schemas.microsoft.com/office/drawing/2014/main" id="{DC870D4A-8376-42E4-BDE8-6711E562BABB}"/>
              </a:ext>
            </a:extLst>
          </p:cNvPr>
          <p:cNvSpPr txBox="1"/>
          <p:nvPr/>
        </p:nvSpPr>
        <p:spPr>
          <a:xfrm>
            <a:off x="8483100" y="4835764"/>
            <a:ext cx="66090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9</a:t>
            </a:fld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/1</a:t>
            </a:r>
            <a:r>
              <a:rPr lang="ru-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</a:t>
            </a: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102098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olos Text SemiBold"/>
              <a:buNone/>
            </a:pPr>
            <a:r>
              <a:rPr lang="ru-RU" dirty="0"/>
              <a:t>Выводы</a:t>
            </a:r>
            <a:endParaRPr dirty="0"/>
          </a:p>
        </p:txBody>
      </p:sp>
      <p:sp>
        <p:nvSpPr>
          <p:cNvPr id="431" name="Google Shape;431;p69"/>
          <p:cNvSpPr txBox="1"/>
          <p:nvPr/>
        </p:nvSpPr>
        <p:spPr>
          <a:xfrm>
            <a:off x="8417959" y="4835764"/>
            <a:ext cx="72649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10</a:t>
            </a:fld>
            <a:r>
              <a:rPr lang="ru" dirty="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/11</a:t>
            </a:r>
            <a:endParaRPr dirty="0"/>
          </a:p>
        </p:txBody>
      </p:sp>
      <p:pic>
        <p:nvPicPr>
          <p:cNvPr id="433" name="Google Shape;433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9350" y="1145025"/>
            <a:ext cx="747525" cy="38490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69"/>
          <p:cNvSpPr txBox="1"/>
          <p:nvPr/>
        </p:nvSpPr>
        <p:spPr>
          <a:xfrm>
            <a:off x="587112" y="1190745"/>
            <a:ext cx="7221864" cy="3385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ru-RU" sz="1600" dirty="0">
                <a:latin typeface="+mn-lt"/>
              </a:rPr>
              <a:t>Разработана функциональная модель автоматизированной информационной системы «Управление бюджетом и разделение чеков» с использованием методологии DFD-диаграмм.</a:t>
            </a:r>
          </a:p>
          <a:p>
            <a:pPr marL="285750" lvl="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endParaRPr lang="ru-RU" sz="1600" dirty="0">
              <a:latin typeface="+mn-lt"/>
            </a:endParaRPr>
          </a:p>
          <a:p>
            <a:pPr marL="285750" lvl="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ru-RU" sz="1600" dirty="0">
                <a:latin typeface="+mn-lt"/>
              </a:rPr>
              <a:t>Определено назначение ИС.</a:t>
            </a:r>
          </a:p>
          <a:p>
            <a:pPr marL="285750" lvl="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endParaRPr lang="ru-RU" sz="1600" dirty="0">
              <a:latin typeface="+mn-lt"/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ru-RU" sz="1600" dirty="0"/>
              <a:t>Выделены основные процессы, внешние сущности и информационные потоки между ними, построены контекстная диаграмма нулевого уровня (А-0) и детализированная диаграмма первого уровня (А0), выполнена декомпозиция процесса расчета долгов по чеку.</a:t>
            </a:r>
          </a:p>
          <a:p>
            <a:pPr marL="28575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endParaRPr lang="ru-RU" sz="1600" dirty="0"/>
          </a:p>
          <a:p>
            <a:pPr marL="28575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ru-RU" sz="1600" dirty="0"/>
              <a:t>Составлена матрица списка событий.</a:t>
            </a:r>
            <a:endParaRPr lang="ru-RU" sz="1600" dirty="0">
              <a:cs typeface="Golos Text" panose="020B060402020202020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81E0107-2D0B-4FB3-9E91-747C4619B2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630" y="1206209"/>
            <a:ext cx="925877" cy="3307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71"/>
          <p:cNvSpPr txBox="1">
            <a:spLocks noGrp="1"/>
          </p:cNvSpPr>
          <p:nvPr>
            <p:ph type="title"/>
          </p:nvPr>
        </p:nvSpPr>
        <p:spPr>
          <a:xfrm>
            <a:off x="606307" y="2159897"/>
            <a:ext cx="8229600" cy="6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olos Text SemiBold"/>
              <a:buNone/>
            </a:pPr>
            <a:r>
              <a:rPr lang="ru-RU" sz="4400" dirty="0"/>
              <a:t>Спасибо за внимание!</a:t>
            </a:r>
            <a:endParaRPr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1">
  <a:themeElements>
    <a:clrScheme name="Другая 1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1973</TotalTime>
  <Words>391</Words>
  <Application>Microsoft Office PowerPoint</Application>
  <PresentationFormat>Экран (16:9)</PresentationFormat>
  <Paragraphs>97</Paragraphs>
  <Slides>11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11</vt:i4>
      </vt:variant>
    </vt:vector>
  </HeadingPairs>
  <TitlesOfParts>
    <vt:vector size="20" baseType="lpstr">
      <vt:lpstr>Times New Roman</vt:lpstr>
      <vt:lpstr>Calibri</vt:lpstr>
      <vt:lpstr>Golos Text SemiBold</vt:lpstr>
      <vt:lpstr>Golos Text Medium</vt:lpstr>
      <vt:lpstr>Golos Text</vt:lpstr>
      <vt:lpstr>Arial</vt:lpstr>
      <vt:lpstr>Simple Light</vt:lpstr>
      <vt:lpstr>Тема1</vt:lpstr>
      <vt:lpstr>Тема1</vt:lpstr>
      <vt:lpstr>Проектирование информационной системы для управления бюджетом и автоматизации разделения чеков между пользователями</vt:lpstr>
      <vt:lpstr>Цель</vt:lpstr>
      <vt:lpstr>Задачи</vt:lpstr>
      <vt:lpstr>Методы и средства выполнения проекта</vt:lpstr>
      <vt:lpstr>Назначение ИС</vt:lpstr>
      <vt:lpstr>Контекстная диаграмма А-0</vt:lpstr>
      <vt:lpstr>Контекстная диаграмма А0</vt:lpstr>
      <vt:lpstr>Матрица списка событий А0</vt:lpstr>
      <vt:lpstr>Декомпозиция процесса А6</vt:lpstr>
      <vt:lpstr>Выводы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Инструменты и подходы оценки качества персонализированных траекторий обучающихся, формируемых большими языковыми моделями</dc:title>
  <dc:creator>Prizrak</dc:creator>
  <cp:lastModifiedBy>Лиза</cp:lastModifiedBy>
  <cp:revision>42</cp:revision>
  <dcterms:modified xsi:type="dcterms:W3CDTF">2026-10-07T13:53:19Z</dcterms:modified>
</cp:coreProperties>
</file>